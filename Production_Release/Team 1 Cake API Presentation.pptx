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embeddedFontLst>
    <p:embeddedFont>
      <p:font typeface="Sniglet"/>
      <p:regular r:id="rId16"/>
    </p:embeddedFont>
    <p:embeddedFont>
      <p:font typeface="Chewy"/>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5869">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5869"/>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Chewy-regular.fntdata"/><Relationship Id="rId16" Type="http://schemas.openxmlformats.org/officeDocument/2006/relationships/font" Target="fonts/Snigle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9.png"/><Relationship Id="rId11" Type="http://schemas.openxmlformats.org/officeDocument/2006/relationships/image" Target="../media/image2.png"/><Relationship Id="rId10" Type="http://schemas.openxmlformats.org/officeDocument/2006/relationships/image" Target="../media/image3.png"/><Relationship Id="rId12"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1.png"/><Relationship Id="rId8"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0.jpg"/><Relationship Id="rId7" Type="http://schemas.openxmlformats.org/officeDocument/2006/relationships/image" Target="../media/image15.jp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17.jp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12.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4.png"/><Relationship Id="rId5" Type="http://schemas.openxmlformats.org/officeDocument/2006/relationships/hyperlink" Target="https://youtu.be/NjHKITKVWZA?si=ltmWKduviZ4-4NrP" TargetMode="External"/><Relationship Id="rId6" Type="http://schemas.openxmlformats.org/officeDocument/2006/relationships/hyperlink" Target="https://docs.python.org/3/library/webbrowser.html" TargetMode="External"/><Relationship Id="rId7" Type="http://schemas.openxmlformats.org/officeDocument/2006/relationships/hyperlink" Target="https://rapidapi.com/rapihub-rapihub-default/api/the-birthday-cake-db/playground/apiendpoint_b77303d6-4efc-4941-84de-87b0e7e7be75" TargetMode="External"/><Relationship Id="rId8"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9.png"/><Relationship Id="rId11" Type="http://schemas.openxmlformats.org/officeDocument/2006/relationships/image" Target="../media/image2.png"/><Relationship Id="rId10" Type="http://schemas.openxmlformats.org/officeDocument/2006/relationships/image" Target="../media/image3.png"/><Relationship Id="rId12"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1.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83" name="Shape 83"/>
        <p:cNvGrpSpPr/>
        <p:nvPr/>
      </p:nvGrpSpPr>
      <p:grpSpPr>
        <a:xfrm>
          <a:off x="0" y="0"/>
          <a:ext cx="0" cy="0"/>
          <a:chOff x="0" y="0"/>
          <a:chExt cx="0" cy="0"/>
        </a:xfrm>
      </p:grpSpPr>
      <p:grpSp>
        <p:nvGrpSpPr>
          <p:cNvPr id="84" name="Google Shape;84;p13"/>
          <p:cNvGrpSpPr/>
          <p:nvPr/>
        </p:nvGrpSpPr>
        <p:grpSpPr>
          <a:xfrm>
            <a:off x="0" y="0"/>
            <a:ext cx="20042481" cy="10287000"/>
            <a:chOff x="0" y="0"/>
            <a:chExt cx="26723309" cy="13716000"/>
          </a:xfrm>
        </p:grpSpPr>
        <p:sp>
          <p:nvSpPr>
            <p:cNvPr id="85" name="Google Shape;85;p13"/>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86" name="Google Shape;86;p13"/>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87" name="Google Shape;87;p13"/>
          <p:cNvGrpSpPr/>
          <p:nvPr/>
        </p:nvGrpSpPr>
        <p:grpSpPr>
          <a:xfrm>
            <a:off x="1028700" y="811709"/>
            <a:ext cx="16230600" cy="8446591"/>
            <a:chOff x="0" y="-57150"/>
            <a:chExt cx="4274726" cy="2224617"/>
          </a:xfrm>
        </p:grpSpPr>
        <p:sp>
          <p:nvSpPr>
            <p:cNvPr id="88" name="Google Shape;88;p13"/>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txBox="1"/>
            <p:nvPr/>
          </p:nvSpPr>
          <p:spPr>
            <a:xfrm>
              <a:off x="0" y="-57150"/>
              <a:ext cx="4274726" cy="2224617"/>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0" name="Google Shape;90;p13"/>
          <p:cNvSpPr txBox="1"/>
          <p:nvPr/>
        </p:nvSpPr>
        <p:spPr>
          <a:xfrm>
            <a:off x="4495049" y="2298746"/>
            <a:ext cx="9297900" cy="4525500"/>
          </a:xfrm>
          <a:prstGeom prst="rect">
            <a:avLst/>
          </a:prstGeom>
          <a:noFill/>
          <a:ln>
            <a:noFill/>
          </a:ln>
        </p:spPr>
        <p:txBody>
          <a:bodyPr anchorCtr="0" anchor="t" bIns="0" lIns="0" spcFirstLastPara="1" rIns="0" wrap="square" tIns="0">
            <a:spAutoFit/>
          </a:bodyPr>
          <a:lstStyle/>
          <a:p>
            <a:pPr indent="0" lvl="0" marL="0" marR="0" rtl="0" algn="ctr">
              <a:lnSpc>
                <a:spcPct val="98004"/>
              </a:lnSpc>
              <a:spcBef>
                <a:spcPts val="0"/>
              </a:spcBef>
              <a:spcAft>
                <a:spcPts val="0"/>
              </a:spcAft>
              <a:buNone/>
            </a:pPr>
            <a:r>
              <a:rPr lang="en-US" sz="10000">
                <a:solidFill>
                  <a:srgbClr val="FEFEFE"/>
                </a:solidFill>
                <a:latin typeface="Chewy"/>
                <a:ea typeface="Chewy"/>
                <a:cs typeface="Chewy"/>
                <a:sym typeface="Chewy"/>
              </a:rPr>
              <a:t>Project Overview-What Can I Bake?</a:t>
            </a:r>
            <a:endParaRPr sz="10000"/>
          </a:p>
        </p:txBody>
      </p:sp>
      <p:sp>
        <p:nvSpPr>
          <p:cNvPr id="91" name="Google Shape;91;p13"/>
          <p:cNvSpPr txBox="1"/>
          <p:nvPr/>
        </p:nvSpPr>
        <p:spPr>
          <a:xfrm>
            <a:off x="5571871" y="7366125"/>
            <a:ext cx="6897600" cy="13344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lang="en-US" sz="2627">
                <a:solidFill>
                  <a:srgbClr val="FFFFFF"/>
                </a:solidFill>
                <a:latin typeface="Sniglet"/>
                <a:ea typeface="Sniglet"/>
                <a:cs typeface="Sniglet"/>
                <a:sym typeface="Sniglet"/>
              </a:rPr>
              <a:t>Team 1</a:t>
            </a:r>
            <a:endParaRPr sz="2627">
              <a:solidFill>
                <a:srgbClr val="FFFFFF"/>
              </a:solidFill>
              <a:latin typeface="Sniglet"/>
              <a:ea typeface="Sniglet"/>
              <a:cs typeface="Sniglet"/>
              <a:sym typeface="Sniglet"/>
            </a:endParaRPr>
          </a:p>
          <a:p>
            <a:pPr indent="0" lvl="0" marL="0" marR="0" rtl="0" algn="ctr">
              <a:lnSpc>
                <a:spcPct val="115000"/>
              </a:lnSpc>
              <a:spcBef>
                <a:spcPts val="0"/>
              </a:spcBef>
              <a:spcAft>
                <a:spcPts val="0"/>
              </a:spcAft>
              <a:buNone/>
            </a:pPr>
            <a:r>
              <a:rPr lang="en-US" sz="2627">
                <a:solidFill>
                  <a:srgbClr val="FFFFFF"/>
                </a:solidFill>
                <a:latin typeface="Sniglet"/>
                <a:ea typeface="Sniglet"/>
                <a:cs typeface="Sniglet"/>
                <a:sym typeface="Sniglet"/>
              </a:rPr>
              <a:t>By: Diego Rivera,  Melanie Garcia-Flores,  Will Bayer, Yaquelin Chuta, Perla Ortiz</a:t>
            </a:r>
            <a:endParaRPr/>
          </a:p>
        </p:txBody>
      </p:sp>
      <p:sp>
        <p:nvSpPr>
          <p:cNvPr id="92" name="Google Shape;92;p13"/>
          <p:cNvSpPr/>
          <p:nvPr/>
        </p:nvSpPr>
        <p:spPr>
          <a:xfrm>
            <a:off x="3590702" y="4396089"/>
            <a:ext cx="1808696" cy="2020889"/>
          </a:xfrm>
          <a:custGeom>
            <a:rect b="b" l="l" r="r" t="t"/>
            <a:pathLst>
              <a:path extrusionOk="0" h="2020889" w="1808696">
                <a:moveTo>
                  <a:pt x="0" y="0"/>
                </a:moveTo>
                <a:lnTo>
                  <a:pt x="1808695" y="0"/>
                </a:lnTo>
                <a:lnTo>
                  <a:pt x="1808695" y="2020889"/>
                </a:lnTo>
                <a:lnTo>
                  <a:pt x="0" y="2020889"/>
                </a:lnTo>
                <a:lnTo>
                  <a:pt x="0" y="0"/>
                </a:lnTo>
                <a:close/>
              </a:path>
            </a:pathLst>
          </a:custGeom>
          <a:blipFill rotWithShape="1">
            <a:blip r:embed="rId4">
              <a:alphaModFix/>
            </a:blip>
            <a:stretch>
              <a:fillRect b="0" l="0" r="0" t="0"/>
            </a:stretch>
          </a:blipFill>
          <a:ln>
            <a:noFill/>
          </a:ln>
        </p:spPr>
      </p:sp>
      <p:sp>
        <p:nvSpPr>
          <p:cNvPr id="93" name="Google Shape;93;p13"/>
          <p:cNvSpPr/>
          <p:nvPr/>
        </p:nvSpPr>
        <p:spPr>
          <a:xfrm rot="-1525071">
            <a:off x="2074031" y="3072209"/>
            <a:ext cx="1709827" cy="1791032"/>
          </a:xfrm>
          <a:custGeom>
            <a:rect b="b" l="l" r="r" t="t"/>
            <a:pathLst>
              <a:path extrusionOk="0" h="1791032" w="1709827">
                <a:moveTo>
                  <a:pt x="0" y="0"/>
                </a:moveTo>
                <a:lnTo>
                  <a:pt x="1709827" y="0"/>
                </a:lnTo>
                <a:lnTo>
                  <a:pt x="1709827" y="1791033"/>
                </a:lnTo>
                <a:lnTo>
                  <a:pt x="0" y="1791033"/>
                </a:lnTo>
                <a:lnTo>
                  <a:pt x="0" y="0"/>
                </a:lnTo>
                <a:close/>
              </a:path>
            </a:pathLst>
          </a:custGeom>
          <a:blipFill rotWithShape="1">
            <a:blip r:embed="rId5">
              <a:alphaModFix/>
            </a:blip>
            <a:stretch>
              <a:fillRect b="0" l="0" r="0" t="0"/>
            </a:stretch>
          </a:blipFill>
          <a:ln>
            <a:noFill/>
          </a:ln>
        </p:spPr>
      </p:sp>
      <p:sp>
        <p:nvSpPr>
          <p:cNvPr id="94" name="Google Shape;94;p13"/>
          <p:cNvSpPr/>
          <p:nvPr/>
        </p:nvSpPr>
        <p:spPr>
          <a:xfrm rot="889790">
            <a:off x="4309437" y="1704191"/>
            <a:ext cx="1650473" cy="1964849"/>
          </a:xfrm>
          <a:custGeom>
            <a:rect b="b" l="l" r="r" t="t"/>
            <a:pathLst>
              <a:path extrusionOk="0" h="1964849" w="1650473">
                <a:moveTo>
                  <a:pt x="0" y="0"/>
                </a:moveTo>
                <a:lnTo>
                  <a:pt x="1650473" y="0"/>
                </a:lnTo>
                <a:lnTo>
                  <a:pt x="1650473" y="1964850"/>
                </a:lnTo>
                <a:lnTo>
                  <a:pt x="0" y="1964850"/>
                </a:lnTo>
                <a:lnTo>
                  <a:pt x="0" y="0"/>
                </a:lnTo>
                <a:close/>
              </a:path>
            </a:pathLst>
          </a:custGeom>
          <a:blipFill rotWithShape="1">
            <a:blip r:embed="rId6">
              <a:alphaModFix/>
            </a:blip>
            <a:stretch>
              <a:fillRect b="0" l="0" r="0" t="0"/>
            </a:stretch>
          </a:blipFill>
          <a:ln>
            <a:noFill/>
          </a:ln>
        </p:spPr>
      </p:sp>
      <p:sp>
        <p:nvSpPr>
          <p:cNvPr id="95" name="Google Shape;95;p13"/>
          <p:cNvSpPr/>
          <p:nvPr/>
        </p:nvSpPr>
        <p:spPr>
          <a:xfrm rot="913275">
            <a:off x="2444239" y="6274628"/>
            <a:ext cx="2117683" cy="1965274"/>
          </a:xfrm>
          <a:custGeom>
            <a:rect b="b" l="l" r="r" t="t"/>
            <a:pathLst>
              <a:path extrusionOk="0" h="1965274" w="2117683">
                <a:moveTo>
                  <a:pt x="0" y="0"/>
                </a:moveTo>
                <a:lnTo>
                  <a:pt x="2117683" y="0"/>
                </a:lnTo>
                <a:lnTo>
                  <a:pt x="2117683" y="1965274"/>
                </a:lnTo>
                <a:lnTo>
                  <a:pt x="0" y="1965274"/>
                </a:lnTo>
                <a:lnTo>
                  <a:pt x="0" y="0"/>
                </a:lnTo>
                <a:close/>
              </a:path>
            </a:pathLst>
          </a:custGeom>
          <a:blipFill rotWithShape="1">
            <a:blip r:embed="rId7">
              <a:alphaModFix/>
            </a:blip>
            <a:stretch>
              <a:fillRect b="0" l="0" r="0" t="0"/>
            </a:stretch>
          </a:blipFill>
          <a:ln>
            <a:noFill/>
          </a:ln>
        </p:spPr>
      </p:sp>
      <p:sp>
        <p:nvSpPr>
          <p:cNvPr id="96" name="Google Shape;96;p13"/>
          <p:cNvSpPr/>
          <p:nvPr/>
        </p:nvSpPr>
        <p:spPr>
          <a:xfrm rot="1372097">
            <a:off x="12342324" y="1860207"/>
            <a:ext cx="1827152" cy="2027353"/>
          </a:xfrm>
          <a:custGeom>
            <a:rect b="b" l="l" r="r" t="t"/>
            <a:pathLst>
              <a:path extrusionOk="0" h="2027353" w="1827152">
                <a:moveTo>
                  <a:pt x="0" y="0"/>
                </a:moveTo>
                <a:lnTo>
                  <a:pt x="1827152" y="0"/>
                </a:lnTo>
                <a:lnTo>
                  <a:pt x="1827152" y="2027354"/>
                </a:lnTo>
                <a:lnTo>
                  <a:pt x="0" y="2027354"/>
                </a:lnTo>
                <a:lnTo>
                  <a:pt x="0" y="0"/>
                </a:lnTo>
                <a:close/>
              </a:path>
            </a:pathLst>
          </a:custGeom>
          <a:blipFill rotWithShape="1">
            <a:blip r:embed="rId8">
              <a:alphaModFix/>
            </a:blip>
            <a:stretch>
              <a:fillRect b="0" l="0" r="0" t="0"/>
            </a:stretch>
          </a:blipFill>
          <a:ln>
            <a:noFill/>
          </a:ln>
        </p:spPr>
      </p:sp>
      <p:sp>
        <p:nvSpPr>
          <p:cNvPr id="97" name="Google Shape;97;p13"/>
          <p:cNvSpPr/>
          <p:nvPr/>
        </p:nvSpPr>
        <p:spPr>
          <a:xfrm flipH="1">
            <a:off x="14202526" y="2686616"/>
            <a:ext cx="2075656" cy="2179167"/>
          </a:xfrm>
          <a:custGeom>
            <a:rect b="b" l="l" r="r" t="t"/>
            <a:pathLst>
              <a:path extrusionOk="0" h="2179167" w="2075656">
                <a:moveTo>
                  <a:pt x="2075656" y="0"/>
                </a:moveTo>
                <a:lnTo>
                  <a:pt x="0" y="0"/>
                </a:lnTo>
                <a:lnTo>
                  <a:pt x="0" y="2179167"/>
                </a:lnTo>
                <a:lnTo>
                  <a:pt x="2075656" y="2179167"/>
                </a:lnTo>
                <a:lnTo>
                  <a:pt x="2075656" y="0"/>
                </a:lnTo>
                <a:close/>
              </a:path>
            </a:pathLst>
          </a:custGeom>
          <a:blipFill rotWithShape="1">
            <a:blip r:embed="rId9">
              <a:alphaModFix/>
            </a:blip>
            <a:stretch>
              <a:fillRect b="0" l="0" r="0" t="0"/>
            </a:stretch>
          </a:blipFill>
          <a:ln>
            <a:noFill/>
          </a:ln>
        </p:spPr>
      </p:sp>
      <p:sp>
        <p:nvSpPr>
          <p:cNvPr id="98" name="Google Shape;98;p13"/>
          <p:cNvSpPr/>
          <p:nvPr/>
        </p:nvSpPr>
        <p:spPr>
          <a:xfrm rot="-403304">
            <a:off x="13901415" y="6400243"/>
            <a:ext cx="2018090" cy="1971854"/>
          </a:xfrm>
          <a:custGeom>
            <a:rect b="b" l="l" r="r" t="t"/>
            <a:pathLst>
              <a:path extrusionOk="0" h="1971854" w="2018090">
                <a:moveTo>
                  <a:pt x="0" y="0"/>
                </a:moveTo>
                <a:lnTo>
                  <a:pt x="2018090" y="0"/>
                </a:lnTo>
                <a:lnTo>
                  <a:pt x="2018090" y="1971854"/>
                </a:lnTo>
                <a:lnTo>
                  <a:pt x="0" y="1971854"/>
                </a:lnTo>
                <a:lnTo>
                  <a:pt x="0" y="0"/>
                </a:lnTo>
                <a:close/>
              </a:path>
            </a:pathLst>
          </a:custGeom>
          <a:blipFill rotWithShape="1">
            <a:blip r:embed="rId10">
              <a:alphaModFix/>
            </a:blip>
            <a:stretch>
              <a:fillRect b="0" l="0" r="0" t="0"/>
            </a:stretch>
          </a:blipFill>
          <a:ln>
            <a:noFill/>
          </a:ln>
        </p:spPr>
      </p:sp>
      <p:sp>
        <p:nvSpPr>
          <p:cNvPr id="99" name="Google Shape;99;p13"/>
          <p:cNvSpPr/>
          <p:nvPr/>
        </p:nvSpPr>
        <p:spPr>
          <a:xfrm rot="-813761">
            <a:off x="12973114" y="4280691"/>
            <a:ext cx="1272202" cy="2251685"/>
          </a:xfrm>
          <a:custGeom>
            <a:rect b="b" l="l" r="r" t="t"/>
            <a:pathLst>
              <a:path extrusionOk="0" h="2251685" w="1272202">
                <a:moveTo>
                  <a:pt x="0" y="0"/>
                </a:moveTo>
                <a:lnTo>
                  <a:pt x="1272202" y="0"/>
                </a:lnTo>
                <a:lnTo>
                  <a:pt x="1272202" y="2251685"/>
                </a:lnTo>
                <a:lnTo>
                  <a:pt x="0" y="2251685"/>
                </a:lnTo>
                <a:lnTo>
                  <a:pt x="0" y="0"/>
                </a:lnTo>
                <a:close/>
              </a:path>
            </a:pathLst>
          </a:custGeom>
          <a:blipFill rotWithShape="1">
            <a:blip r:embed="rId11">
              <a:alphaModFix/>
            </a:blip>
            <a:stretch>
              <a:fillRect b="0" l="0" r="0" t="0"/>
            </a:stretch>
          </a:blipFill>
          <a:ln>
            <a:noFill/>
          </a:ln>
        </p:spPr>
      </p:sp>
      <p:sp>
        <p:nvSpPr>
          <p:cNvPr id="100" name="Google Shape;100;p13"/>
          <p:cNvSpPr/>
          <p:nvPr/>
        </p:nvSpPr>
        <p:spPr>
          <a:xfrm>
            <a:off x="2959087" y="1834048"/>
            <a:ext cx="1087988" cy="1305143"/>
          </a:xfrm>
          <a:custGeom>
            <a:rect b="b" l="l" r="r" t="t"/>
            <a:pathLst>
              <a:path extrusionOk="0" h="1305143" w="1087988">
                <a:moveTo>
                  <a:pt x="0" y="0"/>
                </a:moveTo>
                <a:lnTo>
                  <a:pt x="1087988" y="0"/>
                </a:lnTo>
                <a:lnTo>
                  <a:pt x="1087988" y="1305142"/>
                </a:lnTo>
                <a:lnTo>
                  <a:pt x="0" y="1305142"/>
                </a:lnTo>
                <a:lnTo>
                  <a:pt x="0" y="0"/>
                </a:lnTo>
                <a:close/>
              </a:path>
            </a:pathLst>
          </a:custGeom>
          <a:blipFill rotWithShape="1">
            <a:blip r:embed="rId12">
              <a:alphaModFix/>
            </a:blip>
            <a:stretch>
              <a:fillRect b="0" l="0" r="0" t="0"/>
            </a:stretch>
          </a:blipFill>
          <a:ln>
            <a:noFill/>
          </a:ln>
        </p:spPr>
      </p:sp>
      <p:sp>
        <p:nvSpPr>
          <p:cNvPr id="101" name="Google Shape;101;p13"/>
          <p:cNvSpPr/>
          <p:nvPr/>
        </p:nvSpPr>
        <p:spPr>
          <a:xfrm flipH="1">
            <a:off x="4969689" y="6969428"/>
            <a:ext cx="859417" cy="1030950"/>
          </a:xfrm>
          <a:custGeom>
            <a:rect b="b" l="l" r="r" t="t"/>
            <a:pathLst>
              <a:path extrusionOk="0" h="1030950" w="859417">
                <a:moveTo>
                  <a:pt x="859417" y="0"/>
                </a:moveTo>
                <a:lnTo>
                  <a:pt x="0" y="0"/>
                </a:lnTo>
                <a:lnTo>
                  <a:pt x="0" y="1030950"/>
                </a:lnTo>
                <a:lnTo>
                  <a:pt x="859417" y="1030950"/>
                </a:lnTo>
                <a:lnTo>
                  <a:pt x="859417" y="0"/>
                </a:lnTo>
                <a:close/>
              </a:path>
            </a:pathLst>
          </a:custGeom>
          <a:blipFill rotWithShape="1">
            <a:blip r:embed="rId12">
              <a:alphaModFix/>
            </a:blip>
            <a:stretch>
              <a:fillRect b="0" l="0" r="0" t="0"/>
            </a:stretch>
          </a:blipFill>
          <a:ln>
            <a:noFill/>
          </a:ln>
        </p:spPr>
      </p:sp>
      <p:sp>
        <p:nvSpPr>
          <p:cNvPr id="102" name="Google Shape;102;p13"/>
          <p:cNvSpPr/>
          <p:nvPr/>
        </p:nvSpPr>
        <p:spPr>
          <a:xfrm>
            <a:off x="2584117" y="5143500"/>
            <a:ext cx="816085" cy="978969"/>
          </a:xfrm>
          <a:custGeom>
            <a:rect b="b" l="l" r="r" t="t"/>
            <a:pathLst>
              <a:path extrusionOk="0" h="978969" w="816085">
                <a:moveTo>
                  <a:pt x="0" y="0"/>
                </a:moveTo>
                <a:lnTo>
                  <a:pt x="816085" y="0"/>
                </a:lnTo>
                <a:lnTo>
                  <a:pt x="816085" y="978969"/>
                </a:lnTo>
                <a:lnTo>
                  <a:pt x="0" y="978969"/>
                </a:lnTo>
                <a:lnTo>
                  <a:pt x="0" y="0"/>
                </a:lnTo>
                <a:close/>
              </a:path>
            </a:pathLst>
          </a:custGeom>
          <a:blipFill rotWithShape="1">
            <a:blip r:embed="rId12">
              <a:alphaModFix/>
            </a:blip>
            <a:stretch>
              <a:fillRect b="0" l="0" r="0" t="0"/>
            </a:stretch>
          </a:blipFill>
          <a:ln>
            <a:noFill/>
          </a:ln>
        </p:spPr>
      </p:sp>
      <p:sp>
        <p:nvSpPr>
          <p:cNvPr id="103" name="Google Shape;103;p13"/>
          <p:cNvSpPr/>
          <p:nvPr/>
        </p:nvSpPr>
        <p:spPr>
          <a:xfrm>
            <a:off x="14681444" y="5060909"/>
            <a:ext cx="808770" cy="970195"/>
          </a:xfrm>
          <a:custGeom>
            <a:rect b="b" l="l" r="r" t="t"/>
            <a:pathLst>
              <a:path extrusionOk="0" h="970195" w="808770">
                <a:moveTo>
                  <a:pt x="0" y="0"/>
                </a:moveTo>
                <a:lnTo>
                  <a:pt x="808770" y="0"/>
                </a:lnTo>
                <a:lnTo>
                  <a:pt x="808770" y="970195"/>
                </a:lnTo>
                <a:lnTo>
                  <a:pt x="0" y="970195"/>
                </a:lnTo>
                <a:lnTo>
                  <a:pt x="0" y="0"/>
                </a:lnTo>
                <a:close/>
              </a:path>
            </a:pathLst>
          </a:custGeom>
          <a:blipFill rotWithShape="1">
            <a:blip r:embed="rId12">
              <a:alphaModFix/>
            </a:blip>
            <a:stretch>
              <a:fillRect b="0" l="0" r="0" t="0"/>
            </a:stretch>
          </a:blipFill>
          <a:ln>
            <a:noFill/>
          </a:ln>
        </p:spPr>
      </p:sp>
      <p:sp>
        <p:nvSpPr>
          <p:cNvPr id="104" name="Google Shape;104;p13"/>
          <p:cNvSpPr/>
          <p:nvPr/>
        </p:nvSpPr>
        <p:spPr>
          <a:xfrm flipH="1">
            <a:off x="14681444" y="1834048"/>
            <a:ext cx="808770" cy="970195"/>
          </a:xfrm>
          <a:custGeom>
            <a:rect b="b" l="l" r="r" t="t"/>
            <a:pathLst>
              <a:path extrusionOk="0" h="970195" w="808770">
                <a:moveTo>
                  <a:pt x="808770" y="0"/>
                </a:moveTo>
                <a:lnTo>
                  <a:pt x="0" y="0"/>
                </a:lnTo>
                <a:lnTo>
                  <a:pt x="0" y="970194"/>
                </a:lnTo>
                <a:lnTo>
                  <a:pt x="808770" y="970194"/>
                </a:lnTo>
                <a:lnTo>
                  <a:pt x="808770" y="0"/>
                </a:lnTo>
                <a:close/>
              </a:path>
            </a:pathLst>
          </a:custGeom>
          <a:blipFill rotWithShape="1">
            <a:blip r:embed="rId12">
              <a:alphaModFix/>
            </a:blip>
            <a:stretch>
              <a:fillRect b="0" l="0" r="0" t="0"/>
            </a:stretch>
          </a:blipFill>
          <a:ln>
            <a:noFill/>
          </a:ln>
        </p:spPr>
      </p:sp>
      <p:sp>
        <p:nvSpPr>
          <p:cNvPr id="105" name="Google Shape;105;p13"/>
          <p:cNvSpPr/>
          <p:nvPr/>
        </p:nvSpPr>
        <p:spPr>
          <a:xfrm>
            <a:off x="12726832" y="6999806"/>
            <a:ext cx="808770" cy="970195"/>
          </a:xfrm>
          <a:custGeom>
            <a:rect b="b" l="l" r="r" t="t"/>
            <a:pathLst>
              <a:path extrusionOk="0" h="970195" w="808770">
                <a:moveTo>
                  <a:pt x="0" y="0"/>
                </a:moveTo>
                <a:lnTo>
                  <a:pt x="808770" y="0"/>
                </a:lnTo>
                <a:lnTo>
                  <a:pt x="808770" y="970194"/>
                </a:lnTo>
                <a:lnTo>
                  <a:pt x="0" y="970194"/>
                </a:lnTo>
                <a:lnTo>
                  <a:pt x="0" y="0"/>
                </a:lnTo>
                <a:close/>
              </a:path>
            </a:pathLst>
          </a:custGeom>
          <a:blipFill rotWithShape="1">
            <a:blip r:embed="rId12">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109" name="Shape 109"/>
        <p:cNvGrpSpPr/>
        <p:nvPr/>
      </p:nvGrpSpPr>
      <p:grpSpPr>
        <a:xfrm>
          <a:off x="0" y="0"/>
          <a:ext cx="0" cy="0"/>
          <a:chOff x="0" y="0"/>
          <a:chExt cx="0" cy="0"/>
        </a:xfrm>
      </p:grpSpPr>
      <p:grpSp>
        <p:nvGrpSpPr>
          <p:cNvPr id="110" name="Google Shape;110;p14"/>
          <p:cNvGrpSpPr/>
          <p:nvPr/>
        </p:nvGrpSpPr>
        <p:grpSpPr>
          <a:xfrm>
            <a:off x="0" y="0"/>
            <a:ext cx="20042481" cy="10287000"/>
            <a:chOff x="0" y="0"/>
            <a:chExt cx="26723309" cy="13716000"/>
          </a:xfrm>
        </p:grpSpPr>
        <p:sp>
          <p:nvSpPr>
            <p:cNvPr id="111" name="Google Shape;111;p14"/>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12" name="Google Shape;112;p14"/>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113" name="Google Shape;113;p14"/>
          <p:cNvGrpSpPr/>
          <p:nvPr/>
        </p:nvGrpSpPr>
        <p:grpSpPr>
          <a:xfrm>
            <a:off x="1028700" y="847873"/>
            <a:ext cx="16230707" cy="8410483"/>
            <a:chOff x="0" y="-47625"/>
            <a:chExt cx="4274726" cy="2215092"/>
          </a:xfrm>
        </p:grpSpPr>
        <p:sp>
          <p:nvSpPr>
            <p:cNvPr id="114" name="Google Shape;114;p14"/>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txBox="1"/>
            <p:nvPr/>
          </p:nvSpPr>
          <p:spPr>
            <a:xfrm>
              <a:off x="0" y="-47625"/>
              <a:ext cx="4274726" cy="2215092"/>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6" name="Google Shape;116;p14"/>
          <p:cNvSpPr/>
          <p:nvPr/>
        </p:nvSpPr>
        <p:spPr>
          <a:xfrm>
            <a:off x="2981473" y="3081039"/>
            <a:ext cx="2095918" cy="2495141"/>
          </a:xfrm>
          <a:custGeom>
            <a:rect b="b" l="l" r="r" t="t"/>
            <a:pathLst>
              <a:path extrusionOk="0" h="2495141" w="2095918">
                <a:moveTo>
                  <a:pt x="0" y="0"/>
                </a:moveTo>
                <a:lnTo>
                  <a:pt x="2095918" y="0"/>
                </a:lnTo>
                <a:lnTo>
                  <a:pt x="2095918" y="2495140"/>
                </a:lnTo>
                <a:lnTo>
                  <a:pt x="0" y="2495140"/>
                </a:lnTo>
                <a:lnTo>
                  <a:pt x="0" y="0"/>
                </a:lnTo>
                <a:close/>
              </a:path>
            </a:pathLst>
          </a:custGeom>
          <a:blipFill rotWithShape="1">
            <a:blip r:embed="rId4">
              <a:alphaModFix/>
            </a:blip>
            <a:stretch>
              <a:fillRect b="0" l="0" r="0" t="0"/>
            </a:stretch>
          </a:blipFill>
          <a:ln>
            <a:noFill/>
          </a:ln>
        </p:spPr>
      </p:sp>
      <p:sp>
        <p:nvSpPr>
          <p:cNvPr id="117" name="Google Shape;117;p14"/>
          <p:cNvSpPr/>
          <p:nvPr/>
        </p:nvSpPr>
        <p:spPr>
          <a:xfrm>
            <a:off x="13416357" y="2662446"/>
            <a:ext cx="1684397" cy="2981233"/>
          </a:xfrm>
          <a:custGeom>
            <a:rect b="b" l="l" r="r" t="t"/>
            <a:pathLst>
              <a:path extrusionOk="0" h="2981233" w="1684397">
                <a:moveTo>
                  <a:pt x="0" y="0"/>
                </a:moveTo>
                <a:lnTo>
                  <a:pt x="1684397" y="0"/>
                </a:lnTo>
                <a:lnTo>
                  <a:pt x="1684397" y="2981233"/>
                </a:lnTo>
                <a:lnTo>
                  <a:pt x="0" y="2981233"/>
                </a:lnTo>
                <a:lnTo>
                  <a:pt x="0" y="0"/>
                </a:lnTo>
                <a:close/>
              </a:path>
            </a:pathLst>
          </a:custGeom>
          <a:blipFill rotWithShape="1">
            <a:blip r:embed="rId5">
              <a:alphaModFix/>
            </a:blip>
            <a:stretch>
              <a:fillRect b="0" l="0" r="0" t="0"/>
            </a:stretch>
          </a:blipFill>
          <a:ln>
            <a:noFill/>
          </a:ln>
        </p:spPr>
      </p:sp>
      <p:sp>
        <p:nvSpPr>
          <p:cNvPr id="118" name="Google Shape;118;p14"/>
          <p:cNvSpPr/>
          <p:nvPr/>
        </p:nvSpPr>
        <p:spPr>
          <a:xfrm>
            <a:off x="8081687" y="2851187"/>
            <a:ext cx="2330378" cy="2603775"/>
          </a:xfrm>
          <a:custGeom>
            <a:rect b="b" l="l" r="r" t="t"/>
            <a:pathLst>
              <a:path extrusionOk="0" h="2603775" w="2330378">
                <a:moveTo>
                  <a:pt x="0" y="0"/>
                </a:moveTo>
                <a:lnTo>
                  <a:pt x="2330379" y="0"/>
                </a:lnTo>
                <a:lnTo>
                  <a:pt x="2330379" y="2603775"/>
                </a:lnTo>
                <a:lnTo>
                  <a:pt x="0" y="2603775"/>
                </a:lnTo>
                <a:lnTo>
                  <a:pt x="0" y="0"/>
                </a:lnTo>
                <a:close/>
              </a:path>
            </a:pathLst>
          </a:custGeom>
          <a:blipFill rotWithShape="1">
            <a:blip r:embed="rId6">
              <a:alphaModFix/>
            </a:blip>
            <a:stretch>
              <a:fillRect b="0" l="0" r="0" t="0"/>
            </a:stretch>
          </a:blipFill>
          <a:ln>
            <a:noFill/>
          </a:ln>
        </p:spPr>
      </p:sp>
      <p:sp>
        <p:nvSpPr>
          <p:cNvPr id="119" name="Google Shape;119;p14"/>
          <p:cNvSpPr txBox="1"/>
          <p:nvPr/>
        </p:nvSpPr>
        <p:spPr>
          <a:xfrm>
            <a:off x="5194049" y="1283919"/>
            <a:ext cx="7899900" cy="1345200"/>
          </a:xfrm>
          <a:prstGeom prst="rect">
            <a:avLst/>
          </a:prstGeom>
          <a:noFill/>
          <a:ln>
            <a:noFill/>
          </a:ln>
        </p:spPr>
        <p:txBody>
          <a:bodyPr anchorCtr="0" anchor="t" bIns="0" lIns="0" spcFirstLastPara="1" rIns="0" wrap="square" tIns="0">
            <a:spAutoFit/>
          </a:bodyPr>
          <a:lstStyle/>
          <a:p>
            <a:pPr indent="0" lvl="0" marL="0" marR="0" rtl="0" algn="ctr">
              <a:lnSpc>
                <a:spcPct val="97993"/>
              </a:lnSpc>
              <a:spcBef>
                <a:spcPts val="0"/>
              </a:spcBef>
              <a:spcAft>
                <a:spcPts val="0"/>
              </a:spcAft>
              <a:buNone/>
            </a:pPr>
            <a:r>
              <a:rPr b="0" i="0" lang="en-US" sz="8919" u="none" cap="none" strike="noStrike">
                <a:solidFill>
                  <a:srgbClr val="FEFEFE"/>
                </a:solidFill>
                <a:latin typeface="Chewy"/>
                <a:ea typeface="Chewy"/>
                <a:cs typeface="Chewy"/>
                <a:sym typeface="Chewy"/>
              </a:rPr>
              <a:t>PROJECT GOALS</a:t>
            </a:r>
            <a:endParaRPr/>
          </a:p>
        </p:txBody>
      </p:sp>
      <p:sp>
        <p:nvSpPr>
          <p:cNvPr id="120" name="Google Shape;120;p14"/>
          <p:cNvSpPr txBox="1"/>
          <p:nvPr/>
        </p:nvSpPr>
        <p:spPr>
          <a:xfrm>
            <a:off x="2345283" y="6057927"/>
            <a:ext cx="3368400" cy="558000"/>
          </a:xfrm>
          <a:prstGeom prst="rect">
            <a:avLst/>
          </a:prstGeom>
          <a:noFill/>
          <a:ln>
            <a:noFill/>
          </a:ln>
        </p:spPr>
        <p:txBody>
          <a:bodyPr anchorCtr="0" anchor="t" bIns="0" lIns="0" spcFirstLastPara="1" rIns="0" wrap="square" tIns="0">
            <a:spAutoFit/>
          </a:bodyPr>
          <a:lstStyle/>
          <a:p>
            <a:pPr indent="0" lvl="0" marL="0" marR="0" rtl="0" algn="ctr">
              <a:lnSpc>
                <a:spcPct val="98000"/>
              </a:lnSpc>
              <a:spcBef>
                <a:spcPts val="0"/>
              </a:spcBef>
              <a:spcAft>
                <a:spcPts val="0"/>
              </a:spcAft>
              <a:buNone/>
            </a:pPr>
            <a:r>
              <a:rPr b="0" i="0" lang="en-US" sz="3700" u="none" cap="none" strike="noStrike">
                <a:solidFill>
                  <a:srgbClr val="FEFEFE"/>
                </a:solidFill>
                <a:latin typeface="Chewy"/>
                <a:ea typeface="Chewy"/>
                <a:cs typeface="Chewy"/>
                <a:sym typeface="Chewy"/>
              </a:rPr>
              <a:t>FIRST GOAL</a:t>
            </a:r>
            <a:endParaRPr/>
          </a:p>
        </p:txBody>
      </p:sp>
      <p:sp>
        <p:nvSpPr>
          <p:cNvPr id="121" name="Google Shape;121;p14"/>
          <p:cNvSpPr txBox="1"/>
          <p:nvPr/>
        </p:nvSpPr>
        <p:spPr>
          <a:xfrm>
            <a:off x="7562663" y="5916327"/>
            <a:ext cx="3368400" cy="558000"/>
          </a:xfrm>
          <a:prstGeom prst="rect">
            <a:avLst/>
          </a:prstGeom>
          <a:noFill/>
          <a:ln>
            <a:noFill/>
          </a:ln>
        </p:spPr>
        <p:txBody>
          <a:bodyPr anchorCtr="0" anchor="t" bIns="0" lIns="0" spcFirstLastPara="1" rIns="0" wrap="square" tIns="0">
            <a:spAutoFit/>
          </a:bodyPr>
          <a:lstStyle/>
          <a:p>
            <a:pPr indent="0" lvl="0" marL="0" marR="0" rtl="0" algn="ctr">
              <a:lnSpc>
                <a:spcPct val="98000"/>
              </a:lnSpc>
              <a:spcBef>
                <a:spcPts val="0"/>
              </a:spcBef>
              <a:spcAft>
                <a:spcPts val="0"/>
              </a:spcAft>
              <a:buNone/>
            </a:pPr>
            <a:r>
              <a:rPr b="0" i="0" lang="en-US" sz="3700" u="none" cap="none" strike="noStrike">
                <a:solidFill>
                  <a:srgbClr val="FEFEFE"/>
                </a:solidFill>
                <a:latin typeface="Chewy"/>
                <a:ea typeface="Chewy"/>
                <a:cs typeface="Chewy"/>
                <a:sym typeface="Chewy"/>
              </a:rPr>
              <a:t>SECOND GOAL</a:t>
            </a:r>
            <a:endParaRPr/>
          </a:p>
        </p:txBody>
      </p:sp>
      <p:sp>
        <p:nvSpPr>
          <p:cNvPr id="122" name="Google Shape;122;p14"/>
          <p:cNvSpPr txBox="1"/>
          <p:nvPr/>
        </p:nvSpPr>
        <p:spPr>
          <a:xfrm>
            <a:off x="12574356" y="5923952"/>
            <a:ext cx="3368400" cy="558000"/>
          </a:xfrm>
          <a:prstGeom prst="rect">
            <a:avLst/>
          </a:prstGeom>
          <a:noFill/>
          <a:ln>
            <a:noFill/>
          </a:ln>
        </p:spPr>
        <p:txBody>
          <a:bodyPr anchorCtr="0" anchor="t" bIns="0" lIns="0" spcFirstLastPara="1" rIns="0" wrap="square" tIns="0">
            <a:spAutoFit/>
          </a:bodyPr>
          <a:lstStyle/>
          <a:p>
            <a:pPr indent="0" lvl="0" marL="0" marR="0" rtl="0" algn="ctr">
              <a:lnSpc>
                <a:spcPct val="98000"/>
              </a:lnSpc>
              <a:spcBef>
                <a:spcPts val="0"/>
              </a:spcBef>
              <a:spcAft>
                <a:spcPts val="0"/>
              </a:spcAft>
              <a:buNone/>
            </a:pPr>
            <a:r>
              <a:rPr b="0" i="0" lang="en-US" sz="3700" u="none" cap="none" strike="noStrike">
                <a:solidFill>
                  <a:srgbClr val="FEFEFE"/>
                </a:solidFill>
                <a:latin typeface="Chewy"/>
                <a:ea typeface="Chewy"/>
                <a:cs typeface="Chewy"/>
                <a:sym typeface="Chewy"/>
              </a:rPr>
              <a:t>THIRD GOAL</a:t>
            </a:r>
            <a:endParaRPr/>
          </a:p>
        </p:txBody>
      </p:sp>
      <p:sp>
        <p:nvSpPr>
          <p:cNvPr id="123" name="Google Shape;123;p14"/>
          <p:cNvSpPr txBox="1"/>
          <p:nvPr/>
        </p:nvSpPr>
        <p:spPr>
          <a:xfrm>
            <a:off x="1755975" y="6762225"/>
            <a:ext cx="4426200" cy="1840200"/>
          </a:xfrm>
          <a:prstGeom prst="rect">
            <a:avLst/>
          </a:prstGeom>
          <a:noFill/>
          <a:ln>
            <a:noFill/>
          </a:ln>
        </p:spPr>
        <p:txBody>
          <a:bodyPr anchorCtr="0" anchor="t" bIns="0" lIns="0" spcFirstLastPara="1" rIns="0" wrap="square" tIns="0">
            <a:noAutofit/>
          </a:bodyPr>
          <a:lstStyle/>
          <a:p>
            <a:pPr indent="0" lvl="0" marL="0" marR="0" rtl="0" algn="ctr">
              <a:lnSpc>
                <a:spcPct val="169000"/>
              </a:lnSpc>
              <a:spcBef>
                <a:spcPts val="0"/>
              </a:spcBef>
              <a:spcAft>
                <a:spcPts val="0"/>
              </a:spcAft>
              <a:buNone/>
            </a:pPr>
            <a:r>
              <a:rPr lang="en-US" sz="2055">
                <a:solidFill>
                  <a:srgbClr val="FFFFFF"/>
                </a:solidFill>
                <a:latin typeface="Sniglet"/>
                <a:ea typeface="Sniglet"/>
                <a:cs typeface="Sniglet"/>
                <a:sym typeface="Sniglet"/>
              </a:rPr>
              <a:t>Our program solves the </a:t>
            </a:r>
            <a:r>
              <a:rPr lang="en-US" sz="2055">
                <a:solidFill>
                  <a:srgbClr val="FFFFFF"/>
                </a:solidFill>
                <a:latin typeface="Sniglet"/>
                <a:ea typeface="Sniglet"/>
                <a:cs typeface="Sniglet"/>
                <a:sym typeface="Sniglet"/>
              </a:rPr>
              <a:t>problem</a:t>
            </a:r>
            <a:r>
              <a:rPr lang="en-US" sz="2055">
                <a:solidFill>
                  <a:srgbClr val="FFFFFF"/>
                </a:solidFill>
                <a:latin typeface="Sniglet"/>
                <a:ea typeface="Sniglet"/>
                <a:cs typeface="Sniglet"/>
                <a:sym typeface="Sniglet"/>
              </a:rPr>
              <a:t> by making it simple to find recipes for different cakes from the list in the program </a:t>
            </a:r>
            <a:endParaRPr sz="1290"/>
          </a:p>
        </p:txBody>
      </p:sp>
      <p:sp>
        <p:nvSpPr>
          <p:cNvPr id="124" name="Google Shape;124;p14"/>
          <p:cNvSpPr txBox="1"/>
          <p:nvPr/>
        </p:nvSpPr>
        <p:spPr>
          <a:xfrm>
            <a:off x="6991825" y="6935709"/>
            <a:ext cx="4304700" cy="1345200"/>
          </a:xfrm>
          <a:prstGeom prst="rect">
            <a:avLst/>
          </a:prstGeom>
          <a:noFill/>
          <a:ln>
            <a:noFill/>
          </a:ln>
        </p:spPr>
        <p:txBody>
          <a:bodyPr anchorCtr="0" anchor="t" bIns="0" lIns="0" spcFirstLastPara="1" rIns="0" wrap="square" tIns="0">
            <a:normAutofit/>
          </a:bodyPr>
          <a:lstStyle/>
          <a:p>
            <a:pPr indent="0" lvl="0" marL="0" marR="0" rtl="0" algn="ctr">
              <a:lnSpc>
                <a:spcPct val="179000"/>
              </a:lnSpc>
              <a:spcBef>
                <a:spcPts val="0"/>
              </a:spcBef>
              <a:spcAft>
                <a:spcPts val="0"/>
              </a:spcAft>
              <a:buNone/>
            </a:pPr>
            <a:r>
              <a:rPr lang="en-US" sz="2000">
                <a:solidFill>
                  <a:schemeClr val="lt1"/>
                </a:solidFill>
                <a:latin typeface="Sniglet"/>
                <a:ea typeface="Sniglet"/>
                <a:cs typeface="Sniglet"/>
                <a:sym typeface="Sniglet"/>
              </a:rPr>
              <a:t>Help users easily find the recipes without searching online</a:t>
            </a:r>
            <a:endParaRPr sz="2000">
              <a:solidFill>
                <a:schemeClr val="lt1"/>
              </a:solidFill>
              <a:latin typeface="Sniglet"/>
              <a:ea typeface="Sniglet"/>
              <a:cs typeface="Sniglet"/>
              <a:sym typeface="Sniglet"/>
            </a:endParaRPr>
          </a:p>
        </p:txBody>
      </p:sp>
      <p:sp>
        <p:nvSpPr>
          <p:cNvPr id="125" name="Google Shape;125;p14"/>
          <p:cNvSpPr txBox="1"/>
          <p:nvPr/>
        </p:nvSpPr>
        <p:spPr>
          <a:xfrm>
            <a:off x="12106178" y="6554767"/>
            <a:ext cx="4304700" cy="2255100"/>
          </a:xfrm>
          <a:prstGeom prst="rect">
            <a:avLst/>
          </a:prstGeom>
          <a:noFill/>
          <a:ln>
            <a:noFill/>
          </a:ln>
        </p:spPr>
        <p:txBody>
          <a:bodyPr anchorCtr="0" anchor="t" bIns="0" lIns="0" spcFirstLastPara="1" rIns="0" wrap="square" tIns="0">
            <a:spAutoFit/>
          </a:bodyPr>
          <a:lstStyle/>
          <a:p>
            <a:pPr indent="0" lvl="0" marL="0" marR="0" rtl="0" algn="ctr">
              <a:lnSpc>
                <a:spcPct val="179000"/>
              </a:lnSpc>
              <a:spcBef>
                <a:spcPts val="0"/>
              </a:spcBef>
              <a:spcAft>
                <a:spcPts val="0"/>
              </a:spcAft>
              <a:buNone/>
            </a:pPr>
            <a:r>
              <a:rPr lang="en-US" sz="2300">
                <a:solidFill>
                  <a:srgbClr val="FFFFFF"/>
                </a:solidFill>
                <a:latin typeface="Sniglet"/>
                <a:ea typeface="Sniglet"/>
                <a:cs typeface="Sniglet"/>
                <a:sym typeface="Sniglet"/>
              </a:rPr>
              <a:t>Save time for beginners and professionals by providing a </a:t>
            </a:r>
            <a:r>
              <a:rPr lang="en-US" sz="2300">
                <a:solidFill>
                  <a:srgbClr val="FFFFFF"/>
                </a:solidFill>
                <a:latin typeface="Sniglet"/>
                <a:ea typeface="Sniglet"/>
                <a:cs typeface="Sniglet"/>
                <a:sym typeface="Sniglet"/>
              </a:rPr>
              <a:t>step</a:t>
            </a:r>
            <a:r>
              <a:rPr lang="en-US" sz="2300">
                <a:solidFill>
                  <a:srgbClr val="FFFFFF"/>
                </a:solidFill>
                <a:latin typeface="Sniglet"/>
                <a:ea typeface="Sniglet"/>
                <a:cs typeface="Sniglet"/>
                <a:sym typeface="Sniglet"/>
              </a:rPr>
              <a:t>-by-step instructions for baking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129" name="Shape 129"/>
        <p:cNvGrpSpPr/>
        <p:nvPr/>
      </p:nvGrpSpPr>
      <p:grpSpPr>
        <a:xfrm>
          <a:off x="0" y="0"/>
          <a:ext cx="0" cy="0"/>
          <a:chOff x="0" y="0"/>
          <a:chExt cx="0" cy="0"/>
        </a:xfrm>
      </p:grpSpPr>
      <p:grpSp>
        <p:nvGrpSpPr>
          <p:cNvPr id="130" name="Google Shape;130;p15"/>
          <p:cNvGrpSpPr/>
          <p:nvPr/>
        </p:nvGrpSpPr>
        <p:grpSpPr>
          <a:xfrm>
            <a:off x="0" y="0"/>
            <a:ext cx="20042481" cy="10287000"/>
            <a:chOff x="0" y="0"/>
            <a:chExt cx="26723309" cy="13716000"/>
          </a:xfrm>
        </p:grpSpPr>
        <p:sp>
          <p:nvSpPr>
            <p:cNvPr id="131" name="Google Shape;131;p15"/>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32" name="Google Shape;132;p15"/>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133" name="Google Shape;133;p15"/>
          <p:cNvGrpSpPr/>
          <p:nvPr/>
        </p:nvGrpSpPr>
        <p:grpSpPr>
          <a:xfrm>
            <a:off x="1028700" y="847874"/>
            <a:ext cx="16230600" cy="8410426"/>
            <a:chOff x="0" y="-47625"/>
            <a:chExt cx="4274726" cy="2215092"/>
          </a:xfrm>
        </p:grpSpPr>
        <p:sp>
          <p:nvSpPr>
            <p:cNvPr id="134" name="Google Shape;134;p15"/>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txBox="1"/>
            <p:nvPr/>
          </p:nvSpPr>
          <p:spPr>
            <a:xfrm>
              <a:off x="0" y="-47625"/>
              <a:ext cx="4274726" cy="2215092"/>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15"/>
          <p:cNvSpPr/>
          <p:nvPr/>
        </p:nvSpPr>
        <p:spPr>
          <a:xfrm rot="1248024">
            <a:off x="3991459" y="2423060"/>
            <a:ext cx="3715031" cy="3167064"/>
          </a:xfrm>
          <a:custGeom>
            <a:rect b="b" l="l" r="r" t="t"/>
            <a:pathLst>
              <a:path extrusionOk="0" h="3167064" w="3715031">
                <a:moveTo>
                  <a:pt x="0" y="0"/>
                </a:moveTo>
                <a:lnTo>
                  <a:pt x="3715031" y="0"/>
                </a:lnTo>
                <a:lnTo>
                  <a:pt x="3715031" y="3167064"/>
                </a:lnTo>
                <a:lnTo>
                  <a:pt x="0" y="3167064"/>
                </a:lnTo>
                <a:lnTo>
                  <a:pt x="0" y="0"/>
                </a:lnTo>
                <a:close/>
              </a:path>
            </a:pathLst>
          </a:custGeom>
          <a:blipFill rotWithShape="1">
            <a:blip r:embed="rId4">
              <a:alphaModFix/>
            </a:blip>
            <a:stretch>
              <a:fillRect b="0" l="0" r="0" t="0"/>
            </a:stretch>
          </a:blipFill>
          <a:ln>
            <a:noFill/>
          </a:ln>
        </p:spPr>
      </p:sp>
      <p:sp>
        <p:nvSpPr>
          <p:cNvPr id="137" name="Google Shape;137;p15"/>
          <p:cNvSpPr/>
          <p:nvPr/>
        </p:nvSpPr>
        <p:spPr>
          <a:xfrm rot="-1264407">
            <a:off x="1982162" y="3839593"/>
            <a:ext cx="3953786" cy="4003833"/>
          </a:xfrm>
          <a:custGeom>
            <a:rect b="b" l="l" r="r" t="t"/>
            <a:pathLst>
              <a:path extrusionOk="0" h="4003833" w="3953786">
                <a:moveTo>
                  <a:pt x="0" y="0"/>
                </a:moveTo>
                <a:lnTo>
                  <a:pt x="3953785" y="0"/>
                </a:lnTo>
                <a:lnTo>
                  <a:pt x="3953785" y="4003833"/>
                </a:lnTo>
                <a:lnTo>
                  <a:pt x="0" y="4003833"/>
                </a:lnTo>
                <a:lnTo>
                  <a:pt x="0" y="0"/>
                </a:lnTo>
                <a:close/>
              </a:path>
            </a:pathLst>
          </a:custGeom>
          <a:blipFill rotWithShape="1">
            <a:blip r:embed="rId5">
              <a:alphaModFix/>
            </a:blip>
            <a:stretch>
              <a:fillRect b="0" l="0" r="0" t="0"/>
            </a:stretch>
          </a:blipFill>
          <a:ln>
            <a:noFill/>
          </a:ln>
        </p:spPr>
      </p:sp>
      <p:sp>
        <p:nvSpPr>
          <p:cNvPr id="138" name="Google Shape;138;p15"/>
          <p:cNvSpPr/>
          <p:nvPr/>
        </p:nvSpPr>
        <p:spPr>
          <a:xfrm>
            <a:off x="6210219" y="5632742"/>
            <a:ext cx="1509094" cy="1810298"/>
          </a:xfrm>
          <a:custGeom>
            <a:rect b="b" l="l" r="r" t="t"/>
            <a:pathLst>
              <a:path extrusionOk="0" h="1810298" w="1509094">
                <a:moveTo>
                  <a:pt x="0" y="0"/>
                </a:moveTo>
                <a:lnTo>
                  <a:pt x="1509094" y="0"/>
                </a:lnTo>
                <a:lnTo>
                  <a:pt x="1509094" y="1810298"/>
                </a:lnTo>
                <a:lnTo>
                  <a:pt x="0" y="1810298"/>
                </a:lnTo>
                <a:lnTo>
                  <a:pt x="0" y="0"/>
                </a:lnTo>
                <a:close/>
              </a:path>
            </a:pathLst>
          </a:custGeom>
          <a:blipFill rotWithShape="1">
            <a:blip r:embed="rId6">
              <a:alphaModFix/>
            </a:blip>
            <a:stretch>
              <a:fillRect b="0" l="0" r="0" t="0"/>
            </a:stretch>
          </a:blipFill>
          <a:ln>
            <a:noFill/>
          </a:ln>
        </p:spPr>
      </p:sp>
      <p:sp>
        <p:nvSpPr>
          <p:cNvPr id="139" name="Google Shape;139;p15"/>
          <p:cNvSpPr txBox="1"/>
          <p:nvPr/>
        </p:nvSpPr>
        <p:spPr>
          <a:xfrm>
            <a:off x="8356544" y="2219741"/>
            <a:ext cx="7866000" cy="1345200"/>
          </a:xfrm>
          <a:prstGeom prst="rect">
            <a:avLst/>
          </a:prstGeom>
          <a:noFill/>
          <a:ln>
            <a:noFill/>
          </a:ln>
        </p:spPr>
        <p:txBody>
          <a:bodyPr anchorCtr="0" anchor="t" bIns="0" lIns="0" spcFirstLastPara="1" rIns="0" wrap="square" tIns="0">
            <a:spAutoFit/>
          </a:bodyPr>
          <a:lstStyle/>
          <a:p>
            <a:pPr indent="0" lvl="0" marL="0" marR="0" rtl="0" algn="ctr">
              <a:lnSpc>
                <a:spcPct val="97993"/>
              </a:lnSpc>
              <a:spcBef>
                <a:spcPts val="0"/>
              </a:spcBef>
              <a:spcAft>
                <a:spcPts val="0"/>
              </a:spcAft>
              <a:buNone/>
            </a:pPr>
            <a:r>
              <a:rPr lang="en-US" sz="8919">
                <a:solidFill>
                  <a:srgbClr val="FEFEFE"/>
                </a:solidFill>
                <a:latin typeface="Chewy"/>
                <a:ea typeface="Chewy"/>
                <a:cs typeface="Chewy"/>
                <a:sym typeface="Chewy"/>
              </a:rPr>
              <a:t>Description</a:t>
            </a:r>
            <a:endParaRPr/>
          </a:p>
        </p:txBody>
      </p:sp>
      <p:sp>
        <p:nvSpPr>
          <p:cNvPr id="140" name="Google Shape;140;p15"/>
          <p:cNvSpPr txBox="1"/>
          <p:nvPr/>
        </p:nvSpPr>
        <p:spPr>
          <a:xfrm>
            <a:off x="8699975" y="3755431"/>
            <a:ext cx="7179000" cy="5310300"/>
          </a:xfrm>
          <a:prstGeom prst="rect">
            <a:avLst/>
          </a:prstGeom>
          <a:noFill/>
          <a:ln>
            <a:noFill/>
          </a:ln>
        </p:spPr>
        <p:txBody>
          <a:bodyPr anchorCtr="0" anchor="t" bIns="0" lIns="0" spcFirstLastPara="1" rIns="0" wrap="square" tIns="0">
            <a:spAutoFit/>
          </a:bodyPr>
          <a:lstStyle/>
          <a:p>
            <a:pPr indent="-374650" lvl="0" marL="457200" marR="0" rtl="0" algn="l">
              <a:lnSpc>
                <a:spcPct val="200000"/>
              </a:lnSpc>
              <a:spcBef>
                <a:spcPts val="0"/>
              </a:spcBef>
              <a:spcAft>
                <a:spcPts val="0"/>
              </a:spcAft>
              <a:buClr>
                <a:srgbClr val="FFFFFF"/>
              </a:buClr>
              <a:buSzPts val="2300"/>
              <a:buFont typeface="Sniglet"/>
              <a:buChar char="●"/>
            </a:pPr>
            <a:r>
              <a:rPr lang="en-US" sz="2300">
                <a:solidFill>
                  <a:srgbClr val="FFFFFF"/>
                </a:solidFill>
                <a:latin typeface="Sniglet"/>
                <a:ea typeface="Sniglet"/>
                <a:cs typeface="Sniglet"/>
                <a:sym typeface="Sniglet"/>
              </a:rPr>
              <a:t>Suggests recipes based on the users wants and guides them through the recipe </a:t>
            </a:r>
            <a:endParaRPr sz="2300">
              <a:solidFill>
                <a:srgbClr val="FFFFFF"/>
              </a:solidFill>
              <a:latin typeface="Sniglet"/>
              <a:ea typeface="Sniglet"/>
              <a:cs typeface="Sniglet"/>
              <a:sym typeface="Sniglet"/>
            </a:endParaRPr>
          </a:p>
          <a:p>
            <a:pPr indent="-374650" lvl="0" marL="457200" marR="0" rtl="0" algn="l">
              <a:lnSpc>
                <a:spcPct val="200000"/>
              </a:lnSpc>
              <a:spcBef>
                <a:spcPts val="0"/>
              </a:spcBef>
              <a:spcAft>
                <a:spcPts val="0"/>
              </a:spcAft>
              <a:buClr>
                <a:srgbClr val="FFFFFF"/>
              </a:buClr>
              <a:buSzPts val="2300"/>
              <a:buFont typeface="Sniglet"/>
              <a:buChar char="●"/>
            </a:pPr>
            <a:r>
              <a:rPr lang="en-US" sz="2300">
                <a:solidFill>
                  <a:srgbClr val="FFFFFF"/>
                </a:solidFill>
                <a:latin typeface="Sniglet"/>
                <a:ea typeface="Sniglet"/>
                <a:cs typeface="Sniglet"/>
                <a:sym typeface="Sniglet"/>
              </a:rPr>
              <a:t>Users can choose a cake or </a:t>
            </a:r>
            <a:r>
              <a:rPr lang="en-US" sz="2300">
                <a:solidFill>
                  <a:srgbClr val="FFFFFF"/>
                </a:solidFill>
                <a:latin typeface="Sniglet"/>
                <a:ea typeface="Sniglet"/>
                <a:cs typeface="Sniglet"/>
                <a:sym typeface="Sniglet"/>
              </a:rPr>
              <a:t>select a random one </a:t>
            </a:r>
            <a:endParaRPr sz="2300">
              <a:solidFill>
                <a:srgbClr val="FFFFFF"/>
              </a:solidFill>
              <a:latin typeface="Sniglet"/>
              <a:ea typeface="Sniglet"/>
              <a:cs typeface="Sniglet"/>
              <a:sym typeface="Sniglet"/>
            </a:endParaRPr>
          </a:p>
          <a:p>
            <a:pPr indent="-374650" lvl="0" marL="457200" marR="0" rtl="0" algn="l">
              <a:lnSpc>
                <a:spcPct val="200000"/>
              </a:lnSpc>
              <a:spcBef>
                <a:spcPts val="0"/>
              </a:spcBef>
              <a:spcAft>
                <a:spcPts val="0"/>
              </a:spcAft>
              <a:buClr>
                <a:srgbClr val="FFFFFF"/>
              </a:buClr>
              <a:buSzPts val="2300"/>
              <a:buFont typeface="Sniglet"/>
              <a:buChar char="●"/>
            </a:pPr>
            <a:r>
              <a:rPr lang="en-US" sz="2300">
                <a:solidFill>
                  <a:srgbClr val="FFFFFF"/>
                </a:solidFill>
                <a:latin typeface="Sniglet"/>
                <a:ea typeface="Sniglet"/>
                <a:cs typeface="Sniglet"/>
                <a:sym typeface="Sniglet"/>
              </a:rPr>
              <a:t>The program shows the ingredients and instructions</a:t>
            </a:r>
            <a:endParaRPr sz="2300">
              <a:solidFill>
                <a:srgbClr val="FFFFFF"/>
              </a:solidFill>
              <a:latin typeface="Sniglet"/>
              <a:ea typeface="Sniglet"/>
              <a:cs typeface="Sniglet"/>
              <a:sym typeface="Sniglet"/>
            </a:endParaRPr>
          </a:p>
          <a:p>
            <a:pPr indent="-374650" lvl="0" marL="457200" marR="0" rtl="0" algn="l">
              <a:lnSpc>
                <a:spcPct val="200000"/>
              </a:lnSpc>
              <a:spcBef>
                <a:spcPts val="0"/>
              </a:spcBef>
              <a:spcAft>
                <a:spcPts val="0"/>
              </a:spcAft>
              <a:buClr>
                <a:srgbClr val="FFFFFF"/>
              </a:buClr>
              <a:buSzPts val="2300"/>
              <a:buFont typeface="Sniglet"/>
              <a:buChar char="●"/>
            </a:pPr>
            <a:r>
              <a:rPr lang="en-US" sz="2300">
                <a:solidFill>
                  <a:srgbClr val="FFFFFF"/>
                </a:solidFill>
                <a:latin typeface="Sniglet"/>
                <a:ea typeface="Sniglet"/>
                <a:cs typeface="Sniglet"/>
                <a:sym typeface="Sniglet"/>
              </a:rPr>
              <a:t>To get the real recipe data, it links to an API</a:t>
            </a:r>
            <a:endParaRPr sz="2300">
              <a:solidFill>
                <a:srgbClr val="FFFFFF"/>
              </a:solidFill>
              <a:latin typeface="Sniglet"/>
              <a:ea typeface="Sniglet"/>
              <a:cs typeface="Sniglet"/>
              <a:sym typeface="Sniglet"/>
            </a:endParaRPr>
          </a:p>
          <a:p>
            <a:pPr indent="0" lvl="0" marL="0" marR="0" rtl="0" algn="ctr">
              <a:lnSpc>
                <a:spcPct val="200000"/>
              </a:lnSpc>
              <a:spcBef>
                <a:spcPts val="0"/>
              </a:spcBef>
              <a:spcAft>
                <a:spcPts val="0"/>
              </a:spcAft>
              <a:buNone/>
            </a:pPr>
            <a:r>
              <a:t/>
            </a:r>
            <a:endParaRPr sz="2300">
              <a:solidFill>
                <a:srgbClr val="FFFFFF"/>
              </a:solidFill>
              <a:latin typeface="Sniglet"/>
              <a:ea typeface="Sniglet"/>
              <a:cs typeface="Sniglet"/>
              <a:sym typeface="Sniglet"/>
            </a:endParaRPr>
          </a:p>
          <a:p>
            <a:pPr indent="0" lvl="0" marL="0" marR="0" rtl="0" algn="ctr">
              <a:lnSpc>
                <a:spcPct val="200000"/>
              </a:lnSpc>
              <a:spcBef>
                <a:spcPts val="0"/>
              </a:spcBef>
              <a:spcAft>
                <a:spcPts val="0"/>
              </a:spcAft>
              <a:buNone/>
            </a:pPr>
            <a:r>
              <a:t/>
            </a:r>
            <a:endParaRPr sz="2300">
              <a:solidFill>
                <a:srgbClr val="FFFFFF"/>
              </a:solidFill>
              <a:latin typeface="Sniglet"/>
              <a:ea typeface="Sniglet"/>
              <a:cs typeface="Sniglet"/>
              <a:sym typeface="Sniglet"/>
            </a:endParaRPr>
          </a:p>
          <a:p>
            <a:pPr indent="0" lvl="0" marL="0" marR="0" rtl="0" algn="ctr">
              <a:lnSpc>
                <a:spcPct val="200000"/>
              </a:lnSpc>
              <a:spcBef>
                <a:spcPts val="0"/>
              </a:spcBef>
              <a:spcAft>
                <a:spcPts val="0"/>
              </a:spcAft>
              <a:buNone/>
            </a:pPr>
            <a:r>
              <a:t/>
            </a:r>
            <a:endParaRPr sz="2300">
              <a:solidFill>
                <a:srgbClr val="FFFFFF"/>
              </a:solidFill>
              <a:latin typeface="Sniglet"/>
              <a:ea typeface="Sniglet"/>
              <a:cs typeface="Sniglet"/>
              <a:sym typeface="Sniglet"/>
            </a:endParaRPr>
          </a:p>
        </p:txBody>
      </p:sp>
      <p:sp>
        <p:nvSpPr>
          <p:cNvPr id="141" name="Google Shape;141;p15"/>
          <p:cNvSpPr/>
          <p:nvPr/>
        </p:nvSpPr>
        <p:spPr>
          <a:xfrm flipH="1">
            <a:off x="2449960" y="2357511"/>
            <a:ext cx="1509094" cy="1810298"/>
          </a:xfrm>
          <a:custGeom>
            <a:rect b="b" l="l" r="r" t="t"/>
            <a:pathLst>
              <a:path extrusionOk="0" h="1810298" w="1509094">
                <a:moveTo>
                  <a:pt x="1509095" y="0"/>
                </a:moveTo>
                <a:lnTo>
                  <a:pt x="0" y="0"/>
                </a:lnTo>
                <a:lnTo>
                  <a:pt x="0" y="1810298"/>
                </a:lnTo>
                <a:lnTo>
                  <a:pt x="1509095" y="1810298"/>
                </a:lnTo>
                <a:lnTo>
                  <a:pt x="1509095" y="0"/>
                </a:lnTo>
                <a:close/>
              </a:path>
            </a:pathLst>
          </a:custGeom>
          <a:blipFill rotWithShape="1">
            <a:blip r:embed="rId6">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145" name="Shape 145"/>
        <p:cNvGrpSpPr/>
        <p:nvPr/>
      </p:nvGrpSpPr>
      <p:grpSpPr>
        <a:xfrm>
          <a:off x="0" y="0"/>
          <a:ext cx="0" cy="0"/>
          <a:chOff x="0" y="0"/>
          <a:chExt cx="0" cy="0"/>
        </a:xfrm>
      </p:grpSpPr>
      <p:grpSp>
        <p:nvGrpSpPr>
          <p:cNvPr id="146" name="Google Shape;146;p16"/>
          <p:cNvGrpSpPr/>
          <p:nvPr/>
        </p:nvGrpSpPr>
        <p:grpSpPr>
          <a:xfrm>
            <a:off x="0" y="0"/>
            <a:ext cx="20042481" cy="10287000"/>
            <a:chOff x="0" y="0"/>
            <a:chExt cx="26723309" cy="13716000"/>
          </a:xfrm>
        </p:grpSpPr>
        <p:sp>
          <p:nvSpPr>
            <p:cNvPr id="147" name="Google Shape;147;p16"/>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48" name="Google Shape;148;p16"/>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149" name="Google Shape;149;p16"/>
          <p:cNvGrpSpPr/>
          <p:nvPr/>
        </p:nvGrpSpPr>
        <p:grpSpPr>
          <a:xfrm>
            <a:off x="1028700" y="847874"/>
            <a:ext cx="16230600" cy="8410426"/>
            <a:chOff x="0" y="-47625"/>
            <a:chExt cx="4274726" cy="2215092"/>
          </a:xfrm>
        </p:grpSpPr>
        <p:sp>
          <p:nvSpPr>
            <p:cNvPr id="150" name="Google Shape;150;p16"/>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txBox="1"/>
            <p:nvPr/>
          </p:nvSpPr>
          <p:spPr>
            <a:xfrm>
              <a:off x="0" y="-47625"/>
              <a:ext cx="4274726" cy="2215092"/>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2" name="Google Shape;152;p16"/>
          <p:cNvSpPr/>
          <p:nvPr/>
        </p:nvSpPr>
        <p:spPr>
          <a:xfrm>
            <a:off x="2031358" y="3396136"/>
            <a:ext cx="3119827" cy="2293174"/>
          </a:xfrm>
          <a:custGeom>
            <a:rect b="b" l="l" r="r" t="t"/>
            <a:pathLst>
              <a:path extrusionOk="0" h="812800" w="1105802">
                <a:moveTo>
                  <a:pt x="57075" y="0"/>
                </a:moveTo>
                <a:lnTo>
                  <a:pt x="1048728" y="0"/>
                </a:lnTo>
                <a:cubicBezTo>
                  <a:pt x="1080249" y="0"/>
                  <a:pt x="1105802" y="25553"/>
                  <a:pt x="1105802" y="57075"/>
                </a:cubicBezTo>
                <a:lnTo>
                  <a:pt x="1105802" y="755725"/>
                </a:lnTo>
                <a:cubicBezTo>
                  <a:pt x="1105802" y="787247"/>
                  <a:pt x="1080249" y="812800"/>
                  <a:pt x="1048728" y="812800"/>
                </a:cubicBezTo>
                <a:lnTo>
                  <a:pt x="57075" y="812800"/>
                </a:lnTo>
                <a:cubicBezTo>
                  <a:pt x="25553" y="812800"/>
                  <a:pt x="0" y="787247"/>
                  <a:pt x="0" y="755725"/>
                </a:cubicBezTo>
                <a:lnTo>
                  <a:pt x="0" y="57075"/>
                </a:lnTo>
                <a:cubicBezTo>
                  <a:pt x="0" y="25553"/>
                  <a:pt x="25553" y="0"/>
                  <a:pt x="57075" y="0"/>
                </a:cubicBezTo>
                <a:close/>
              </a:path>
            </a:pathLst>
          </a:custGeom>
          <a:blipFill rotWithShape="1">
            <a:blip r:embed="rId4">
              <a:alphaModFix/>
            </a:blip>
            <a:stretch>
              <a:fillRect b="0" l="-5161" r="-5161"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2031358" y="5971026"/>
            <a:ext cx="3119827" cy="2293174"/>
          </a:xfrm>
          <a:custGeom>
            <a:rect b="b" l="l" r="r" t="t"/>
            <a:pathLst>
              <a:path extrusionOk="0" h="812800" w="1105802">
                <a:moveTo>
                  <a:pt x="57075" y="0"/>
                </a:moveTo>
                <a:lnTo>
                  <a:pt x="1048728" y="0"/>
                </a:lnTo>
                <a:cubicBezTo>
                  <a:pt x="1080249" y="0"/>
                  <a:pt x="1105802" y="25553"/>
                  <a:pt x="1105802" y="57075"/>
                </a:cubicBezTo>
                <a:lnTo>
                  <a:pt x="1105802" y="755725"/>
                </a:lnTo>
                <a:cubicBezTo>
                  <a:pt x="1105802" y="787247"/>
                  <a:pt x="1080249" y="812800"/>
                  <a:pt x="1048728" y="812800"/>
                </a:cubicBezTo>
                <a:lnTo>
                  <a:pt x="57075" y="812800"/>
                </a:lnTo>
                <a:cubicBezTo>
                  <a:pt x="25553" y="812800"/>
                  <a:pt x="0" y="787247"/>
                  <a:pt x="0" y="755725"/>
                </a:cubicBezTo>
                <a:lnTo>
                  <a:pt x="0" y="57075"/>
                </a:lnTo>
                <a:cubicBezTo>
                  <a:pt x="0" y="25553"/>
                  <a:pt x="25553" y="0"/>
                  <a:pt x="57075" y="0"/>
                </a:cubicBezTo>
                <a:close/>
              </a:path>
            </a:pathLst>
          </a:custGeom>
          <a:blipFill rotWithShape="1">
            <a:blip r:embed="rId5">
              <a:alphaModFix/>
            </a:blip>
            <a:stretch>
              <a:fillRect b="-1018" l="0" r="0" t="-101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5417404" y="3396136"/>
            <a:ext cx="3119827" cy="2293174"/>
          </a:xfrm>
          <a:custGeom>
            <a:rect b="b" l="l" r="r" t="t"/>
            <a:pathLst>
              <a:path extrusionOk="0" h="812800" w="1105802">
                <a:moveTo>
                  <a:pt x="57075" y="0"/>
                </a:moveTo>
                <a:lnTo>
                  <a:pt x="1048728" y="0"/>
                </a:lnTo>
                <a:cubicBezTo>
                  <a:pt x="1080249" y="0"/>
                  <a:pt x="1105802" y="25553"/>
                  <a:pt x="1105802" y="57075"/>
                </a:cubicBezTo>
                <a:lnTo>
                  <a:pt x="1105802" y="755725"/>
                </a:lnTo>
                <a:cubicBezTo>
                  <a:pt x="1105802" y="787247"/>
                  <a:pt x="1080249" y="812800"/>
                  <a:pt x="1048728" y="812800"/>
                </a:cubicBezTo>
                <a:lnTo>
                  <a:pt x="57075" y="812800"/>
                </a:lnTo>
                <a:cubicBezTo>
                  <a:pt x="25553" y="812800"/>
                  <a:pt x="0" y="787247"/>
                  <a:pt x="0" y="755725"/>
                </a:cubicBezTo>
                <a:lnTo>
                  <a:pt x="0" y="57075"/>
                </a:lnTo>
                <a:cubicBezTo>
                  <a:pt x="0" y="25553"/>
                  <a:pt x="25553" y="0"/>
                  <a:pt x="57075" y="0"/>
                </a:cubicBezTo>
                <a:close/>
              </a:path>
            </a:pathLst>
          </a:custGeom>
          <a:blipFill rotWithShape="1">
            <a:blip r:embed="rId6">
              <a:alphaModFix/>
            </a:blip>
            <a:stretch>
              <a:fillRect b="0" l="0" r="-10254"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5417404" y="5971026"/>
            <a:ext cx="3119827" cy="2293174"/>
          </a:xfrm>
          <a:custGeom>
            <a:rect b="b" l="l" r="r" t="t"/>
            <a:pathLst>
              <a:path extrusionOk="0" h="812800" w="1105802">
                <a:moveTo>
                  <a:pt x="57075" y="0"/>
                </a:moveTo>
                <a:lnTo>
                  <a:pt x="1048728" y="0"/>
                </a:lnTo>
                <a:cubicBezTo>
                  <a:pt x="1080249" y="0"/>
                  <a:pt x="1105802" y="25553"/>
                  <a:pt x="1105802" y="57075"/>
                </a:cubicBezTo>
                <a:lnTo>
                  <a:pt x="1105802" y="755725"/>
                </a:lnTo>
                <a:cubicBezTo>
                  <a:pt x="1105802" y="787247"/>
                  <a:pt x="1080249" y="812800"/>
                  <a:pt x="1048728" y="812800"/>
                </a:cubicBezTo>
                <a:lnTo>
                  <a:pt x="57075" y="812800"/>
                </a:lnTo>
                <a:cubicBezTo>
                  <a:pt x="25553" y="812800"/>
                  <a:pt x="0" y="787247"/>
                  <a:pt x="0" y="755725"/>
                </a:cubicBezTo>
                <a:lnTo>
                  <a:pt x="0" y="57075"/>
                </a:lnTo>
                <a:cubicBezTo>
                  <a:pt x="0" y="25553"/>
                  <a:pt x="25553" y="0"/>
                  <a:pt x="57075" y="0"/>
                </a:cubicBezTo>
                <a:close/>
              </a:path>
            </a:pathLst>
          </a:custGeom>
          <a:blipFill rotWithShape="1">
            <a:blip r:embed="rId7">
              <a:alphaModFix/>
            </a:blip>
            <a:stretch>
              <a:fillRect b="-4590" l="-8054" r="-15177" t="-710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txBox="1"/>
          <p:nvPr/>
        </p:nvSpPr>
        <p:spPr>
          <a:xfrm>
            <a:off x="4734660" y="1702543"/>
            <a:ext cx="8818800" cy="1345200"/>
          </a:xfrm>
          <a:prstGeom prst="rect">
            <a:avLst/>
          </a:prstGeom>
          <a:noFill/>
          <a:ln>
            <a:noFill/>
          </a:ln>
        </p:spPr>
        <p:txBody>
          <a:bodyPr anchorCtr="0" anchor="t" bIns="0" lIns="0" spcFirstLastPara="1" rIns="0" wrap="square" tIns="0">
            <a:spAutoFit/>
          </a:bodyPr>
          <a:lstStyle/>
          <a:p>
            <a:pPr indent="0" lvl="0" marL="0" marR="0" rtl="0" algn="ctr">
              <a:lnSpc>
                <a:spcPct val="97993"/>
              </a:lnSpc>
              <a:spcBef>
                <a:spcPts val="0"/>
              </a:spcBef>
              <a:spcAft>
                <a:spcPts val="0"/>
              </a:spcAft>
              <a:buNone/>
            </a:pPr>
            <a:r>
              <a:rPr lang="en-US" sz="8919">
                <a:solidFill>
                  <a:srgbClr val="FEFEFE"/>
                </a:solidFill>
                <a:latin typeface="Chewy"/>
                <a:ea typeface="Chewy"/>
                <a:cs typeface="Chewy"/>
                <a:sym typeface="Chewy"/>
              </a:rPr>
              <a:t>Use Cases</a:t>
            </a:r>
            <a:endParaRPr/>
          </a:p>
        </p:txBody>
      </p:sp>
      <p:sp>
        <p:nvSpPr>
          <p:cNvPr id="157" name="Google Shape;157;p16"/>
          <p:cNvSpPr txBox="1"/>
          <p:nvPr/>
        </p:nvSpPr>
        <p:spPr>
          <a:xfrm>
            <a:off x="9307946" y="3152519"/>
            <a:ext cx="4016400" cy="485100"/>
          </a:xfrm>
          <a:prstGeom prst="rect">
            <a:avLst/>
          </a:prstGeom>
          <a:noFill/>
          <a:ln>
            <a:noFill/>
          </a:ln>
        </p:spPr>
        <p:txBody>
          <a:bodyPr anchorCtr="0" anchor="t" bIns="0" lIns="0" spcFirstLastPara="1" rIns="0" wrap="square" tIns="0">
            <a:spAutoFit/>
          </a:bodyPr>
          <a:lstStyle/>
          <a:p>
            <a:pPr indent="0" lvl="0" marL="0" marR="0" rtl="0" algn="l">
              <a:lnSpc>
                <a:spcPct val="98011"/>
              </a:lnSpc>
              <a:spcBef>
                <a:spcPts val="0"/>
              </a:spcBef>
              <a:spcAft>
                <a:spcPts val="0"/>
              </a:spcAft>
              <a:buNone/>
            </a:pPr>
            <a:r>
              <a:rPr lang="en-US" sz="3215">
                <a:solidFill>
                  <a:srgbClr val="FFFFFF"/>
                </a:solidFill>
                <a:latin typeface="Chewy"/>
                <a:ea typeface="Chewy"/>
                <a:cs typeface="Chewy"/>
                <a:sym typeface="Chewy"/>
              </a:rPr>
              <a:t>Professional</a:t>
            </a:r>
            <a:r>
              <a:rPr lang="en-US" sz="2715">
                <a:solidFill>
                  <a:srgbClr val="FFFFFF"/>
                </a:solidFill>
                <a:latin typeface="Chewy"/>
                <a:ea typeface="Chewy"/>
                <a:cs typeface="Chewy"/>
                <a:sym typeface="Chewy"/>
              </a:rPr>
              <a:t> </a:t>
            </a:r>
            <a:r>
              <a:rPr lang="en-US" sz="3215">
                <a:solidFill>
                  <a:srgbClr val="FFFFFF"/>
                </a:solidFill>
                <a:latin typeface="Chewy"/>
                <a:ea typeface="Chewy"/>
                <a:cs typeface="Chewy"/>
                <a:sym typeface="Chewy"/>
              </a:rPr>
              <a:t>Bakers</a:t>
            </a:r>
            <a:endParaRPr sz="1900"/>
          </a:p>
        </p:txBody>
      </p:sp>
      <p:sp>
        <p:nvSpPr>
          <p:cNvPr id="158" name="Google Shape;158;p16"/>
          <p:cNvSpPr txBox="1"/>
          <p:nvPr/>
        </p:nvSpPr>
        <p:spPr>
          <a:xfrm>
            <a:off x="9314274" y="3715800"/>
            <a:ext cx="7923000" cy="1269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2500">
                <a:solidFill>
                  <a:schemeClr val="lt1"/>
                </a:solidFill>
                <a:latin typeface="Sniglet"/>
                <a:ea typeface="Sniglet"/>
                <a:cs typeface="Sniglet"/>
                <a:sym typeface="Sniglet"/>
              </a:rPr>
              <a:t> at Bakeries or any sort of restaurant who need structured instructions and quickly access recipes to save time</a:t>
            </a:r>
            <a:endParaRPr sz="2500">
              <a:solidFill>
                <a:schemeClr val="lt1"/>
              </a:solidFill>
              <a:latin typeface="Sniglet"/>
              <a:ea typeface="Sniglet"/>
              <a:cs typeface="Sniglet"/>
              <a:sym typeface="Sniglet"/>
            </a:endParaRPr>
          </a:p>
        </p:txBody>
      </p:sp>
      <p:sp>
        <p:nvSpPr>
          <p:cNvPr id="159" name="Google Shape;159;p16"/>
          <p:cNvSpPr txBox="1"/>
          <p:nvPr/>
        </p:nvSpPr>
        <p:spPr>
          <a:xfrm>
            <a:off x="9311174" y="5063916"/>
            <a:ext cx="4016400" cy="482700"/>
          </a:xfrm>
          <a:prstGeom prst="rect">
            <a:avLst/>
          </a:prstGeom>
          <a:noFill/>
          <a:ln>
            <a:noFill/>
          </a:ln>
        </p:spPr>
        <p:txBody>
          <a:bodyPr anchorCtr="0" anchor="t" bIns="0" lIns="0" spcFirstLastPara="1" rIns="0" wrap="square" tIns="0">
            <a:spAutoFit/>
          </a:bodyPr>
          <a:lstStyle/>
          <a:p>
            <a:pPr indent="0" lvl="0" marL="0" marR="0" rtl="0" algn="l">
              <a:lnSpc>
                <a:spcPct val="98011"/>
              </a:lnSpc>
              <a:spcBef>
                <a:spcPts val="0"/>
              </a:spcBef>
              <a:spcAft>
                <a:spcPts val="0"/>
              </a:spcAft>
              <a:buNone/>
            </a:pPr>
            <a:r>
              <a:rPr lang="en-US" sz="3200">
                <a:solidFill>
                  <a:srgbClr val="FFFFFF"/>
                </a:solidFill>
                <a:latin typeface="Chewy"/>
                <a:ea typeface="Chewy"/>
                <a:cs typeface="Chewy"/>
                <a:sym typeface="Chewy"/>
              </a:rPr>
              <a:t>Beginner Bakers</a:t>
            </a:r>
            <a:endParaRPr sz="3200"/>
          </a:p>
        </p:txBody>
      </p:sp>
      <p:sp>
        <p:nvSpPr>
          <p:cNvPr id="160" name="Google Shape;160;p16"/>
          <p:cNvSpPr txBox="1"/>
          <p:nvPr/>
        </p:nvSpPr>
        <p:spPr>
          <a:xfrm>
            <a:off x="9317499" y="5651825"/>
            <a:ext cx="7923000" cy="2154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2500">
                <a:solidFill>
                  <a:schemeClr val="lt1"/>
                </a:solidFill>
                <a:latin typeface="Sniglet"/>
                <a:ea typeface="Sniglet"/>
                <a:cs typeface="Sniglet"/>
                <a:sym typeface="Sniglet"/>
              </a:rPr>
              <a:t>at home beginner bakers that can easily find recipes without having to search multiple websites. The program provides instr. that make baking easier and less stressful.</a:t>
            </a:r>
            <a:endParaRPr sz="2500">
              <a:solidFill>
                <a:schemeClr val="lt1"/>
              </a:solidFill>
              <a:latin typeface="Sniglet"/>
              <a:ea typeface="Sniglet"/>
              <a:cs typeface="Sniglet"/>
              <a:sym typeface="Sniglet"/>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lt1"/>
              </a:solidFill>
              <a:latin typeface="Sniglet"/>
              <a:ea typeface="Sniglet"/>
              <a:cs typeface="Sniglet"/>
              <a:sym typeface="Sniglet"/>
            </a:endParaRPr>
          </a:p>
        </p:txBody>
      </p:sp>
      <p:sp>
        <p:nvSpPr>
          <p:cNvPr id="161" name="Google Shape;161;p16"/>
          <p:cNvSpPr txBox="1"/>
          <p:nvPr/>
        </p:nvSpPr>
        <p:spPr>
          <a:xfrm>
            <a:off x="9317519" y="7542854"/>
            <a:ext cx="4016400" cy="485100"/>
          </a:xfrm>
          <a:prstGeom prst="rect">
            <a:avLst/>
          </a:prstGeom>
          <a:noFill/>
          <a:ln>
            <a:noFill/>
          </a:ln>
        </p:spPr>
        <p:txBody>
          <a:bodyPr anchorCtr="0" anchor="t" bIns="0" lIns="0" spcFirstLastPara="1" rIns="0" wrap="square" tIns="0">
            <a:spAutoFit/>
          </a:bodyPr>
          <a:lstStyle/>
          <a:p>
            <a:pPr indent="0" lvl="0" marL="0" marR="0" rtl="0" algn="l">
              <a:lnSpc>
                <a:spcPct val="98011"/>
              </a:lnSpc>
              <a:spcBef>
                <a:spcPts val="0"/>
              </a:spcBef>
              <a:spcAft>
                <a:spcPts val="0"/>
              </a:spcAft>
              <a:buNone/>
            </a:pPr>
            <a:r>
              <a:rPr lang="en-US" sz="3215">
                <a:solidFill>
                  <a:srgbClr val="FFFFFF"/>
                </a:solidFill>
                <a:latin typeface="Chewy"/>
                <a:ea typeface="Chewy"/>
                <a:cs typeface="Chewy"/>
                <a:sym typeface="Chewy"/>
              </a:rPr>
              <a:t>Anyone</a:t>
            </a:r>
            <a:endParaRPr sz="1900"/>
          </a:p>
        </p:txBody>
      </p:sp>
      <p:sp>
        <p:nvSpPr>
          <p:cNvPr id="162" name="Google Shape;162;p16"/>
          <p:cNvSpPr txBox="1"/>
          <p:nvPr/>
        </p:nvSpPr>
        <p:spPr>
          <a:xfrm>
            <a:off x="9339659" y="8017225"/>
            <a:ext cx="7695000" cy="19995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lang="en-US" sz="2598">
                <a:solidFill>
                  <a:srgbClr val="FFFFFF"/>
                </a:solidFill>
                <a:latin typeface="Sniglet"/>
                <a:ea typeface="Sniglet"/>
                <a:cs typeface="Sniglet"/>
                <a:sym typeface="Sniglet"/>
              </a:rPr>
              <a:t>Anyone</a:t>
            </a:r>
            <a:r>
              <a:rPr lang="en-US" sz="2598">
                <a:solidFill>
                  <a:srgbClr val="FFFFFF"/>
                </a:solidFill>
                <a:latin typeface="Sniglet"/>
                <a:ea typeface="Sniglet"/>
                <a:cs typeface="Sniglet"/>
                <a:sym typeface="Sniglet"/>
              </a:rPr>
              <a:t> craving cake and wanting to bake but don’t know where to start. They can choose the random option to discover a new cake recipe instantly.</a:t>
            </a:r>
            <a:endParaRPr sz="2598">
              <a:solidFill>
                <a:srgbClr val="FFFFFF"/>
              </a:solidFill>
              <a:latin typeface="Sniglet"/>
              <a:ea typeface="Sniglet"/>
              <a:cs typeface="Sniglet"/>
              <a:sym typeface="Sniglet"/>
            </a:endParaRPr>
          </a:p>
          <a:p>
            <a:pPr indent="0" lvl="0" marL="0" marR="0" rtl="0" algn="just">
              <a:lnSpc>
                <a:spcPct val="100000"/>
              </a:lnSpc>
              <a:spcBef>
                <a:spcPts val="0"/>
              </a:spcBef>
              <a:spcAft>
                <a:spcPts val="0"/>
              </a:spcAft>
              <a:buNone/>
            </a:pPr>
            <a:r>
              <a:t/>
            </a:r>
            <a:endParaRPr sz="2598">
              <a:solidFill>
                <a:srgbClr val="FFFFFF"/>
              </a:solidFill>
              <a:latin typeface="Sniglet"/>
              <a:ea typeface="Sniglet"/>
              <a:cs typeface="Sniglet"/>
              <a:sym typeface="Sniglet"/>
            </a:endParaRPr>
          </a:p>
          <a:p>
            <a:pPr indent="0" lvl="0" marL="0" marR="0" rtl="0" algn="just">
              <a:lnSpc>
                <a:spcPct val="100000"/>
              </a:lnSpc>
              <a:spcBef>
                <a:spcPts val="0"/>
              </a:spcBef>
              <a:spcAft>
                <a:spcPts val="0"/>
              </a:spcAft>
              <a:buNone/>
            </a:pPr>
            <a:r>
              <a:t/>
            </a:r>
            <a:endParaRPr sz="2598">
              <a:solidFill>
                <a:srgbClr val="FFFFFF"/>
              </a:solidFill>
              <a:latin typeface="Sniglet"/>
              <a:ea typeface="Sniglet"/>
              <a:cs typeface="Sniglet"/>
              <a:sym typeface="Sniglet"/>
            </a:endParaRPr>
          </a:p>
        </p:txBody>
      </p:sp>
      <p:sp>
        <p:nvSpPr>
          <p:cNvPr id="163" name="Google Shape;163;p16"/>
          <p:cNvSpPr/>
          <p:nvPr/>
        </p:nvSpPr>
        <p:spPr>
          <a:xfrm>
            <a:off x="13881767" y="1569451"/>
            <a:ext cx="1064851" cy="1277388"/>
          </a:xfrm>
          <a:custGeom>
            <a:rect b="b" l="l" r="r" t="t"/>
            <a:pathLst>
              <a:path extrusionOk="0" h="1277388" w="1064851">
                <a:moveTo>
                  <a:pt x="0" y="0"/>
                </a:moveTo>
                <a:lnTo>
                  <a:pt x="1064851" y="0"/>
                </a:lnTo>
                <a:lnTo>
                  <a:pt x="1064851" y="1277387"/>
                </a:lnTo>
                <a:lnTo>
                  <a:pt x="0" y="1277387"/>
                </a:lnTo>
                <a:lnTo>
                  <a:pt x="0" y="0"/>
                </a:lnTo>
                <a:close/>
              </a:path>
            </a:pathLst>
          </a:custGeom>
          <a:blipFill rotWithShape="1">
            <a:blip r:embed="rId8">
              <a:alphaModFix/>
            </a:blip>
            <a:stretch>
              <a:fillRect b="0" l="0" r="0" t="0"/>
            </a:stretch>
          </a:blipFill>
          <a:ln>
            <a:noFill/>
          </a:ln>
        </p:spPr>
      </p:sp>
      <p:sp>
        <p:nvSpPr>
          <p:cNvPr id="164" name="Google Shape;164;p16"/>
          <p:cNvSpPr/>
          <p:nvPr/>
        </p:nvSpPr>
        <p:spPr>
          <a:xfrm flipH="1">
            <a:off x="3345959" y="1531093"/>
            <a:ext cx="1064851" cy="1277388"/>
          </a:xfrm>
          <a:custGeom>
            <a:rect b="b" l="l" r="r" t="t"/>
            <a:pathLst>
              <a:path extrusionOk="0" h="1277388" w="1064851">
                <a:moveTo>
                  <a:pt x="1064851" y="0"/>
                </a:moveTo>
                <a:lnTo>
                  <a:pt x="0" y="0"/>
                </a:lnTo>
                <a:lnTo>
                  <a:pt x="0" y="1277387"/>
                </a:lnTo>
                <a:lnTo>
                  <a:pt x="1064851" y="1277387"/>
                </a:lnTo>
                <a:lnTo>
                  <a:pt x="1064851" y="0"/>
                </a:lnTo>
                <a:close/>
              </a:path>
            </a:pathLst>
          </a:custGeom>
          <a:blipFill rotWithShape="1">
            <a:blip r:embed="rId8">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168" name="Shape 168"/>
        <p:cNvGrpSpPr/>
        <p:nvPr/>
      </p:nvGrpSpPr>
      <p:grpSpPr>
        <a:xfrm>
          <a:off x="0" y="0"/>
          <a:ext cx="0" cy="0"/>
          <a:chOff x="0" y="0"/>
          <a:chExt cx="0" cy="0"/>
        </a:xfrm>
      </p:grpSpPr>
      <p:grpSp>
        <p:nvGrpSpPr>
          <p:cNvPr id="169" name="Google Shape;169;p17"/>
          <p:cNvGrpSpPr/>
          <p:nvPr/>
        </p:nvGrpSpPr>
        <p:grpSpPr>
          <a:xfrm>
            <a:off x="0" y="0"/>
            <a:ext cx="20042481" cy="10287000"/>
            <a:chOff x="0" y="0"/>
            <a:chExt cx="26723309" cy="13716000"/>
          </a:xfrm>
        </p:grpSpPr>
        <p:sp>
          <p:nvSpPr>
            <p:cNvPr id="170" name="Google Shape;170;p17"/>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71" name="Google Shape;171;p17"/>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cxnSp>
        <p:nvCxnSpPr>
          <p:cNvPr id="172" name="Google Shape;172;p17"/>
          <p:cNvCxnSpPr/>
          <p:nvPr/>
        </p:nvCxnSpPr>
        <p:spPr>
          <a:xfrm>
            <a:off x="16937952" y="5206305"/>
            <a:ext cx="23100" cy="3519900"/>
          </a:xfrm>
          <a:prstGeom prst="straightConnector1">
            <a:avLst/>
          </a:prstGeom>
          <a:noFill/>
          <a:ln cap="rnd" cmpd="sng" w="47625">
            <a:solidFill>
              <a:srgbClr val="D0D4F9"/>
            </a:solidFill>
            <a:prstDash val="solid"/>
            <a:round/>
            <a:headEnd len="sm" w="sm" type="none"/>
            <a:tailEnd len="sm" w="sm" type="none"/>
          </a:ln>
        </p:spPr>
      </p:cxnSp>
      <p:cxnSp>
        <p:nvCxnSpPr>
          <p:cNvPr id="173" name="Google Shape;173;p17"/>
          <p:cNvCxnSpPr/>
          <p:nvPr/>
        </p:nvCxnSpPr>
        <p:spPr>
          <a:xfrm>
            <a:off x="16723998" y="5206380"/>
            <a:ext cx="23100" cy="3519900"/>
          </a:xfrm>
          <a:prstGeom prst="straightConnector1">
            <a:avLst/>
          </a:prstGeom>
          <a:noFill/>
          <a:ln cap="rnd" cmpd="sng" w="47625">
            <a:solidFill>
              <a:srgbClr val="D0D4F9"/>
            </a:solidFill>
            <a:prstDash val="solid"/>
            <a:round/>
            <a:headEnd len="sm" w="sm" type="none"/>
            <a:tailEnd len="sm" w="sm" type="none"/>
          </a:ln>
        </p:spPr>
      </p:cxnSp>
      <p:grpSp>
        <p:nvGrpSpPr>
          <p:cNvPr id="174" name="Google Shape;174;p17"/>
          <p:cNvGrpSpPr/>
          <p:nvPr/>
        </p:nvGrpSpPr>
        <p:grpSpPr>
          <a:xfrm>
            <a:off x="1028650" y="600373"/>
            <a:ext cx="16230707" cy="8410893"/>
            <a:chOff x="0" y="-47625"/>
            <a:chExt cx="4274726" cy="2215200"/>
          </a:xfrm>
        </p:grpSpPr>
        <p:sp>
          <p:nvSpPr>
            <p:cNvPr id="175" name="Google Shape;175;p17"/>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txBox="1"/>
            <p:nvPr/>
          </p:nvSpPr>
          <p:spPr>
            <a:xfrm>
              <a:off x="0" y="-47625"/>
              <a:ext cx="4274700" cy="2215200"/>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17"/>
          <p:cNvSpPr/>
          <p:nvPr/>
        </p:nvSpPr>
        <p:spPr>
          <a:xfrm>
            <a:off x="14485451" y="2028296"/>
            <a:ext cx="1712524" cy="1900166"/>
          </a:xfrm>
          <a:custGeom>
            <a:rect b="b" l="l" r="r" t="t"/>
            <a:pathLst>
              <a:path extrusionOk="0" h="1900166" w="1712524">
                <a:moveTo>
                  <a:pt x="0" y="0"/>
                </a:moveTo>
                <a:lnTo>
                  <a:pt x="1712524" y="0"/>
                </a:lnTo>
                <a:lnTo>
                  <a:pt x="1712524" y="1900166"/>
                </a:lnTo>
                <a:lnTo>
                  <a:pt x="0" y="1900166"/>
                </a:lnTo>
                <a:lnTo>
                  <a:pt x="0" y="0"/>
                </a:lnTo>
                <a:close/>
              </a:path>
            </a:pathLst>
          </a:custGeom>
          <a:blipFill rotWithShape="1">
            <a:blip r:embed="rId4">
              <a:alphaModFix/>
            </a:blip>
            <a:stretch>
              <a:fillRect b="0" l="0" r="0" t="0"/>
            </a:stretch>
          </a:blipFill>
          <a:ln>
            <a:noFill/>
          </a:ln>
        </p:spPr>
      </p:sp>
      <p:sp>
        <p:nvSpPr>
          <p:cNvPr id="178" name="Google Shape;178;p17"/>
          <p:cNvSpPr txBox="1"/>
          <p:nvPr/>
        </p:nvSpPr>
        <p:spPr>
          <a:xfrm>
            <a:off x="3747660" y="1422878"/>
            <a:ext cx="10855800" cy="1345200"/>
          </a:xfrm>
          <a:prstGeom prst="rect">
            <a:avLst/>
          </a:prstGeom>
          <a:noFill/>
          <a:ln>
            <a:noFill/>
          </a:ln>
        </p:spPr>
        <p:txBody>
          <a:bodyPr anchorCtr="0" anchor="t" bIns="0" lIns="0" spcFirstLastPara="1" rIns="0" wrap="square" tIns="0">
            <a:spAutoFit/>
          </a:bodyPr>
          <a:lstStyle/>
          <a:p>
            <a:pPr indent="0" lvl="0" marL="0" marR="0" rtl="0" algn="ctr">
              <a:lnSpc>
                <a:spcPct val="97993"/>
              </a:lnSpc>
              <a:spcBef>
                <a:spcPts val="0"/>
              </a:spcBef>
              <a:spcAft>
                <a:spcPts val="0"/>
              </a:spcAft>
              <a:buNone/>
            </a:pPr>
            <a:r>
              <a:rPr lang="en-US" sz="8919">
                <a:solidFill>
                  <a:srgbClr val="FEFEFE"/>
                </a:solidFill>
                <a:latin typeface="Chewy"/>
                <a:ea typeface="Chewy"/>
                <a:cs typeface="Chewy"/>
                <a:sym typeface="Chewy"/>
              </a:rPr>
              <a:t>Technology</a:t>
            </a:r>
            <a:endParaRPr/>
          </a:p>
        </p:txBody>
      </p:sp>
      <p:sp>
        <p:nvSpPr>
          <p:cNvPr id="179" name="Google Shape;179;p17"/>
          <p:cNvSpPr txBox="1"/>
          <p:nvPr/>
        </p:nvSpPr>
        <p:spPr>
          <a:xfrm>
            <a:off x="7266205" y="5448184"/>
            <a:ext cx="3818700" cy="215400"/>
          </a:xfrm>
          <a:prstGeom prst="rect">
            <a:avLst/>
          </a:prstGeom>
          <a:noFill/>
          <a:ln>
            <a:noFill/>
          </a:ln>
        </p:spPr>
        <p:txBody>
          <a:bodyPr anchorCtr="0" anchor="t" bIns="0" lIns="0" spcFirstLastPara="1" rIns="0" wrap="square" tIns="0">
            <a:spAutoFit/>
          </a:bodyPr>
          <a:lstStyle/>
          <a:p>
            <a:pPr indent="0" lvl="0" marL="0" marR="0" rtl="0" algn="ctr">
              <a:lnSpc>
                <a:spcPct val="187986"/>
              </a:lnSpc>
              <a:spcBef>
                <a:spcPts val="0"/>
              </a:spcBef>
              <a:spcAft>
                <a:spcPts val="0"/>
              </a:spcAft>
              <a:buNone/>
            </a:pPr>
            <a:r>
              <a:t/>
            </a:r>
            <a:endParaRPr/>
          </a:p>
        </p:txBody>
      </p:sp>
      <p:sp>
        <p:nvSpPr>
          <p:cNvPr id="180" name="Google Shape;180;p17"/>
          <p:cNvSpPr/>
          <p:nvPr/>
        </p:nvSpPr>
        <p:spPr>
          <a:xfrm flipH="1">
            <a:off x="2023291" y="2028296"/>
            <a:ext cx="1712524" cy="1900166"/>
          </a:xfrm>
          <a:custGeom>
            <a:rect b="b" l="l" r="r" t="t"/>
            <a:pathLst>
              <a:path extrusionOk="0" h="1900166" w="1712524">
                <a:moveTo>
                  <a:pt x="1712525" y="0"/>
                </a:moveTo>
                <a:lnTo>
                  <a:pt x="0" y="0"/>
                </a:lnTo>
                <a:lnTo>
                  <a:pt x="0" y="1900166"/>
                </a:lnTo>
                <a:lnTo>
                  <a:pt x="1712525" y="1900166"/>
                </a:lnTo>
                <a:lnTo>
                  <a:pt x="1712525" y="0"/>
                </a:lnTo>
                <a:close/>
              </a:path>
            </a:pathLst>
          </a:custGeom>
          <a:blipFill rotWithShape="1">
            <a:blip r:embed="rId4">
              <a:alphaModFix/>
            </a:blip>
            <a:stretch>
              <a:fillRect b="0" l="0" r="0" t="0"/>
            </a:stretch>
          </a:blipFill>
          <a:ln>
            <a:noFill/>
          </a:ln>
        </p:spPr>
      </p:sp>
      <p:sp>
        <p:nvSpPr>
          <p:cNvPr id="181" name="Google Shape;181;p17"/>
          <p:cNvSpPr txBox="1"/>
          <p:nvPr/>
        </p:nvSpPr>
        <p:spPr>
          <a:xfrm>
            <a:off x="4253775" y="2768075"/>
            <a:ext cx="10558500" cy="5958300"/>
          </a:xfrm>
          <a:prstGeom prst="rect">
            <a:avLst/>
          </a:prstGeom>
          <a:noFill/>
          <a:ln>
            <a:noFill/>
          </a:ln>
        </p:spPr>
        <p:txBody>
          <a:bodyPr anchorCtr="0" anchor="t" bIns="91425" lIns="91425" spcFirstLastPara="1" rIns="91425" wrap="square" tIns="91425">
            <a:noAutofit/>
          </a:bodyPr>
          <a:lstStyle/>
          <a:p>
            <a:pPr indent="-450850" lvl="0" marL="457200" rtl="0" algn="l">
              <a:spcBef>
                <a:spcPts val="0"/>
              </a:spcBef>
              <a:spcAft>
                <a:spcPts val="0"/>
              </a:spcAft>
              <a:buClr>
                <a:schemeClr val="lt1"/>
              </a:buClr>
              <a:buSzPts val="3500"/>
              <a:buFont typeface="Chewy"/>
              <a:buChar char="●"/>
            </a:pPr>
            <a:r>
              <a:rPr lang="en-US" sz="3500">
                <a:solidFill>
                  <a:schemeClr val="lt1"/>
                </a:solidFill>
                <a:latin typeface="Chewy"/>
                <a:ea typeface="Chewy"/>
                <a:cs typeface="Chewy"/>
                <a:sym typeface="Chewy"/>
              </a:rPr>
              <a:t>New Technology being used APIs</a:t>
            </a:r>
            <a:endParaRPr sz="3500">
              <a:solidFill>
                <a:schemeClr val="lt1"/>
              </a:solidFill>
              <a:latin typeface="Chewy"/>
              <a:ea typeface="Chewy"/>
              <a:cs typeface="Chewy"/>
              <a:sym typeface="Chewy"/>
            </a:endParaRPr>
          </a:p>
          <a:p>
            <a:pPr indent="0" lvl="0" marL="457200" rtl="0" algn="l">
              <a:spcBef>
                <a:spcPts val="0"/>
              </a:spcBef>
              <a:spcAft>
                <a:spcPts val="0"/>
              </a:spcAft>
              <a:buNone/>
            </a:pPr>
            <a:r>
              <a:rPr lang="en-US" sz="3500">
                <a:solidFill>
                  <a:schemeClr val="lt1"/>
                </a:solidFill>
                <a:latin typeface="Chewy"/>
                <a:ea typeface="Chewy"/>
                <a:cs typeface="Chewy"/>
                <a:sym typeface="Chewy"/>
              </a:rPr>
              <a:t>- </a:t>
            </a:r>
            <a:r>
              <a:rPr lang="en-US" sz="3500">
                <a:solidFill>
                  <a:schemeClr val="lt1"/>
                </a:solidFill>
                <a:latin typeface="Sniglet"/>
                <a:ea typeface="Sniglet"/>
                <a:cs typeface="Sniglet"/>
                <a:sym typeface="Sniglet"/>
              </a:rPr>
              <a:t>The Birthday Cake DB API</a:t>
            </a:r>
            <a:r>
              <a:rPr lang="en-US" sz="3500">
                <a:solidFill>
                  <a:schemeClr val="lt1"/>
                </a:solidFill>
                <a:latin typeface="Chewy"/>
                <a:ea typeface="Chewy"/>
                <a:cs typeface="Chewy"/>
                <a:sym typeface="Chewy"/>
              </a:rPr>
              <a:t> </a:t>
            </a:r>
            <a:r>
              <a:rPr lang="en-US" sz="3500">
                <a:solidFill>
                  <a:schemeClr val="lt1"/>
                </a:solidFill>
                <a:latin typeface="Chewy"/>
                <a:ea typeface="Chewy"/>
                <a:cs typeface="Chewy"/>
                <a:sym typeface="Chewy"/>
              </a:rPr>
              <a:t> </a:t>
            </a:r>
            <a:endParaRPr sz="3500">
              <a:solidFill>
                <a:schemeClr val="lt1"/>
              </a:solidFill>
              <a:latin typeface="Chewy"/>
              <a:ea typeface="Chewy"/>
              <a:cs typeface="Chewy"/>
              <a:sym typeface="Chewy"/>
            </a:endParaRPr>
          </a:p>
          <a:p>
            <a:pPr indent="-450850" lvl="0" marL="457200" rtl="0" algn="l">
              <a:spcBef>
                <a:spcPts val="0"/>
              </a:spcBef>
              <a:spcAft>
                <a:spcPts val="0"/>
              </a:spcAft>
              <a:buClr>
                <a:schemeClr val="lt1"/>
              </a:buClr>
              <a:buSzPts val="3500"/>
              <a:buFont typeface="Chewy"/>
              <a:buChar char="●"/>
            </a:pPr>
            <a:r>
              <a:rPr lang="en-US" sz="3500">
                <a:solidFill>
                  <a:schemeClr val="lt1"/>
                </a:solidFill>
                <a:latin typeface="Chewy"/>
                <a:ea typeface="Chewy"/>
                <a:cs typeface="Chewy"/>
                <a:sym typeface="Chewy"/>
              </a:rPr>
              <a:t>Python Modules Used: </a:t>
            </a:r>
            <a:endParaRPr sz="3500">
              <a:solidFill>
                <a:schemeClr val="lt1"/>
              </a:solidFill>
              <a:latin typeface="Chewy"/>
              <a:ea typeface="Chewy"/>
              <a:cs typeface="Chewy"/>
              <a:sym typeface="Chewy"/>
            </a:endParaRPr>
          </a:p>
          <a:p>
            <a:pPr indent="457200" lvl="0" marL="0" rtl="0" algn="l">
              <a:spcBef>
                <a:spcPts val="0"/>
              </a:spcBef>
              <a:spcAft>
                <a:spcPts val="0"/>
              </a:spcAft>
              <a:buNone/>
            </a:pPr>
            <a:r>
              <a:rPr lang="en-US" sz="3500">
                <a:solidFill>
                  <a:schemeClr val="lt1"/>
                </a:solidFill>
                <a:latin typeface="Sniglet"/>
                <a:ea typeface="Sniglet"/>
                <a:cs typeface="Sniglet"/>
                <a:sym typeface="Sniglet"/>
              </a:rPr>
              <a:t>Random- to get the computer to select a random cake if prompted</a:t>
            </a:r>
            <a:endParaRPr sz="3500">
              <a:solidFill>
                <a:schemeClr val="lt1"/>
              </a:solidFill>
              <a:latin typeface="Sniglet"/>
              <a:ea typeface="Sniglet"/>
              <a:cs typeface="Sniglet"/>
              <a:sym typeface="Sniglet"/>
            </a:endParaRPr>
          </a:p>
          <a:p>
            <a:pPr indent="457200" lvl="0" marL="0" rtl="0" algn="l">
              <a:spcBef>
                <a:spcPts val="0"/>
              </a:spcBef>
              <a:spcAft>
                <a:spcPts val="0"/>
              </a:spcAft>
              <a:buNone/>
            </a:pPr>
            <a:r>
              <a:rPr lang="en-US" sz="3500">
                <a:solidFill>
                  <a:schemeClr val="lt1"/>
                </a:solidFill>
                <a:latin typeface="Sniglet"/>
                <a:ea typeface="Sniglet"/>
                <a:cs typeface="Sniglet"/>
                <a:sym typeface="Sniglet"/>
              </a:rPr>
              <a:t>Webbrowser- used to pull up an image of the selected cake</a:t>
            </a:r>
            <a:endParaRPr sz="3500">
              <a:solidFill>
                <a:schemeClr val="lt1"/>
              </a:solidFill>
              <a:latin typeface="Sniglet"/>
              <a:ea typeface="Sniglet"/>
              <a:cs typeface="Sniglet"/>
              <a:sym typeface="Sniglet"/>
            </a:endParaRPr>
          </a:p>
          <a:p>
            <a:pPr indent="0" lvl="0" marL="457200" rtl="0" algn="l">
              <a:spcBef>
                <a:spcPts val="0"/>
              </a:spcBef>
              <a:spcAft>
                <a:spcPts val="0"/>
              </a:spcAft>
              <a:buNone/>
            </a:pPr>
            <a:r>
              <a:rPr lang="en-US" sz="3500">
                <a:solidFill>
                  <a:schemeClr val="lt1"/>
                </a:solidFill>
                <a:latin typeface="Sniglet"/>
                <a:ea typeface="Sniglet"/>
                <a:cs typeface="Sniglet"/>
                <a:sym typeface="Sniglet"/>
              </a:rPr>
              <a:t>Json- to read and convert the API data into Python and lists so that the recipe ingredients is simply accessible</a:t>
            </a:r>
            <a:endParaRPr sz="3500">
              <a:solidFill>
                <a:schemeClr val="lt1"/>
              </a:solidFill>
              <a:latin typeface="Sniglet"/>
              <a:ea typeface="Sniglet"/>
              <a:cs typeface="Sniglet"/>
              <a:sym typeface="Snigle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185" name="Shape 185"/>
        <p:cNvGrpSpPr/>
        <p:nvPr/>
      </p:nvGrpSpPr>
      <p:grpSpPr>
        <a:xfrm>
          <a:off x="0" y="0"/>
          <a:ext cx="0" cy="0"/>
          <a:chOff x="0" y="0"/>
          <a:chExt cx="0" cy="0"/>
        </a:xfrm>
      </p:grpSpPr>
      <p:grpSp>
        <p:nvGrpSpPr>
          <p:cNvPr id="186" name="Google Shape;186;p18"/>
          <p:cNvGrpSpPr/>
          <p:nvPr/>
        </p:nvGrpSpPr>
        <p:grpSpPr>
          <a:xfrm>
            <a:off x="0" y="0"/>
            <a:ext cx="20042481" cy="10287000"/>
            <a:chOff x="0" y="0"/>
            <a:chExt cx="26723309" cy="13716000"/>
          </a:xfrm>
        </p:grpSpPr>
        <p:sp>
          <p:nvSpPr>
            <p:cNvPr id="187" name="Google Shape;187;p18"/>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188" name="Google Shape;188;p18"/>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189" name="Google Shape;189;p18"/>
          <p:cNvGrpSpPr/>
          <p:nvPr/>
        </p:nvGrpSpPr>
        <p:grpSpPr>
          <a:xfrm>
            <a:off x="1028700" y="847874"/>
            <a:ext cx="16230600" cy="8410426"/>
            <a:chOff x="0" y="-47625"/>
            <a:chExt cx="4274726" cy="2215092"/>
          </a:xfrm>
        </p:grpSpPr>
        <p:sp>
          <p:nvSpPr>
            <p:cNvPr id="190" name="Google Shape;190;p18"/>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8"/>
            <p:cNvSpPr txBox="1"/>
            <p:nvPr/>
          </p:nvSpPr>
          <p:spPr>
            <a:xfrm>
              <a:off x="0" y="-47625"/>
              <a:ext cx="4274726" cy="2215092"/>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2" name="Google Shape;192;p18"/>
          <p:cNvSpPr txBox="1"/>
          <p:nvPr/>
        </p:nvSpPr>
        <p:spPr>
          <a:xfrm>
            <a:off x="2220075" y="2235823"/>
            <a:ext cx="6338700" cy="2690700"/>
          </a:xfrm>
          <a:prstGeom prst="rect">
            <a:avLst/>
          </a:prstGeom>
          <a:noFill/>
          <a:ln>
            <a:noFill/>
          </a:ln>
        </p:spPr>
        <p:txBody>
          <a:bodyPr anchorCtr="0" anchor="t" bIns="0" lIns="0" spcFirstLastPara="1" rIns="0" wrap="square" tIns="0">
            <a:spAutoFit/>
          </a:bodyPr>
          <a:lstStyle/>
          <a:p>
            <a:pPr indent="0" lvl="0" marL="0" marR="0" rtl="0" algn="l">
              <a:lnSpc>
                <a:spcPct val="97993"/>
              </a:lnSpc>
              <a:spcBef>
                <a:spcPts val="0"/>
              </a:spcBef>
              <a:spcAft>
                <a:spcPts val="0"/>
              </a:spcAft>
              <a:buNone/>
            </a:pPr>
            <a:r>
              <a:rPr lang="en-US" sz="8919">
                <a:solidFill>
                  <a:srgbClr val="FEFEFE"/>
                </a:solidFill>
                <a:latin typeface="Chewy"/>
                <a:ea typeface="Chewy"/>
                <a:cs typeface="Chewy"/>
                <a:sym typeface="Chewy"/>
              </a:rPr>
              <a:t>Program </a:t>
            </a:r>
            <a:endParaRPr sz="8919">
              <a:solidFill>
                <a:srgbClr val="FEFEFE"/>
              </a:solidFill>
              <a:latin typeface="Chewy"/>
              <a:ea typeface="Chewy"/>
              <a:cs typeface="Chewy"/>
              <a:sym typeface="Chewy"/>
            </a:endParaRPr>
          </a:p>
          <a:p>
            <a:pPr indent="0" lvl="0" marL="0" marR="0" rtl="0" algn="l">
              <a:lnSpc>
                <a:spcPct val="97993"/>
              </a:lnSpc>
              <a:spcBef>
                <a:spcPts val="0"/>
              </a:spcBef>
              <a:spcAft>
                <a:spcPts val="0"/>
              </a:spcAft>
              <a:buNone/>
            </a:pPr>
            <a:r>
              <a:rPr lang="en-US" sz="8919">
                <a:solidFill>
                  <a:srgbClr val="FEFEFE"/>
                </a:solidFill>
                <a:latin typeface="Chewy"/>
                <a:ea typeface="Chewy"/>
                <a:cs typeface="Chewy"/>
                <a:sym typeface="Chewy"/>
              </a:rPr>
              <a:t>Flow</a:t>
            </a:r>
            <a:endParaRPr/>
          </a:p>
        </p:txBody>
      </p:sp>
      <p:sp>
        <p:nvSpPr>
          <p:cNvPr id="193" name="Google Shape;193;p18"/>
          <p:cNvSpPr/>
          <p:nvPr/>
        </p:nvSpPr>
        <p:spPr>
          <a:xfrm flipH="1">
            <a:off x="6023171" y="4757877"/>
            <a:ext cx="1098184" cy="1317373"/>
          </a:xfrm>
          <a:custGeom>
            <a:rect b="b" l="l" r="r" t="t"/>
            <a:pathLst>
              <a:path extrusionOk="0" h="1317373" w="1098184">
                <a:moveTo>
                  <a:pt x="1098184" y="0"/>
                </a:moveTo>
                <a:lnTo>
                  <a:pt x="0" y="0"/>
                </a:lnTo>
                <a:lnTo>
                  <a:pt x="0" y="1317373"/>
                </a:lnTo>
                <a:lnTo>
                  <a:pt x="1098184" y="1317373"/>
                </a:lnTo>
                <a:lnTo>
                  <a:pt x="1098184" y="0"/>
                </a:lnTo>
                <a:close/>
              </a:path>
            </a:pathLst>
          </a:custGeom>
          <a:blipFill rotWithShape="1">
            <a:blip r:embed="rId4">
              <a:alphaModFix/>
            </a:blip>
            <a:stretch>
              <a:fillRect b="0" l="0" r="0" t="0"/>
            </a:stretch>
          </a:blipFill>
          <a:ln>
            <a:noFill/>
          </a:ln>
        </p:spPr>
      </p:sp>
      <p:sp>
        <p:nvSpPr>
          <p:cNvPr id="194" name="Google Shape;194;p18"/>
          <p:cNvSpPr/>
          <p:nvPr/>
        </p:nvSpPr>
        <p:spPr>
          <a:xfrm>
            <a:off x="6758158" y="1918645"/>
            <a:ext cx="1187032" cy="1423955"/>
          </a:xfrm>
          <a:custGeom>
            <a:rect b="b" l="l" r="r" t="t"/>
            <a:pathLst>
              <a:path extrusionOk="0" h="1423955" w="1187032">
                <a:moveTo>
                  <a:pt x="0" y="0"/>
                </a:moveTo>
                <a:lnTo>
                  <a:pt x="1187032" y="0"/>
                </a:lnTo>
                <a:lnTo>
                  <a:pt x="1187032" y="1423955"/>
                </a:lnTo>
                <a:lnTo>
                  <a:pt x="0" y="1423955"/>
                </a:lnTo>
                <a:lnTo>
                  <a:pt x="0" y="0"/>
                </a:lnTo>
                <a:close/>
              </a:path>
            </a:pathLst>
          </a:custGeom>
          <a:blipFill rotWithShape="1">
            <a:blip r:embed="rId4">
              <a:alphaModFix/>
            </a:blip>
            <a:stretch>
              <a:fillRect b="0" l="0" r="0" t="0"/>
            </a:stretch>
          </a:blipFill>
          <a:ln>
            <a:noFill/>
          </a:ln>
        </p:spPr>
      </p:sp>
      <p:sp>
        <p:nvSpPr>
          <p:cNvPr id="195" name="Google Shape;195;p18"/>
          <p:cNvSpPr/>
          <p:nvPr/>
        </p:nvSpPr>
        <p:spPr>
          <a:xfrm flipH="1" rot="-788177">
            <a:off x="5041243" y="5219414"/>
            <a:ext cx="1570095" cy="1711671"/>
          </a:xfrm>
          <a:custGeom>
            <a:rect b="b" l="l" r="r" t="t"/>
            <a:pathLst>
              <a:path extrusionOk="0" h="1711671" w="1570095">
                <a:moveTo>
                  <a:pt x="1570095" y="0"/>
                </a:moveTo>
                <a:lnTo>
                  <a:pt x="0" y="0"/>
                </a:lnTo>
                <a:lnTo>
                  <a:pt x="0" y="1711671"/>
                </a:lnTo>
                <a:lnTo>
                  <a:pt x="1570095" y="1711671"/>
                </a:lnTo>
                <a:lnTo>
                  <a:pt x="1570095" y="0"/>
                </a:lnTo>
                <a:close/>
              </a:path>
            </a:pathLst>
          </a:custGeom>
          <a:blipFill rotWithShape="1">
            <a:blip r:embed="rId5">
              <a:alphaModFix/>
            </a:blip>
            <a:stretch>
              <a:fillRect b="0" l="-2037" r="-2037" t="0"/>
            </a:stretch>
          </a:blipFill>
          <a:ln>
            <a:noFill/>
          </a:ln>
        </p:spPr>
      </p:sp>
      <p:sp>
        <p:nvSpPr>
          <p:cNvPr id="196" name="Google Shape;196;p18"/>
          <p:cNvSpPr/>
          <p:nvPr/>
        </p:nvSpPr>
        <p:spPr>
          <a:xfrm rot="-1079271">
            <a:off x="7116458" y="2593379"/>
            <a:ext cx="1840088" cy="1927480"/>
          </a:xfrm>
          <a:custGeom>
            <a:rect b="b" l="l" r="r" t="t"/>
            <a:pathLst>
              <a:path extrusionOk="0" h="1927480" w="1840088">
                <a:moveTo>
                  <a:pt x="0" y="0"/>
                </a:moveTo>
                <a:lnTo>
                  <a:pt x="1840088" y="0"/>
                </a:lnTo>
                <a:lnTo>
                  <a:pt x="1840088" y="1927480"/>
                </a:lnTo>
                <a:lnTo>
                  <a:pt x="0" y="1927480"/>
                </a:lnTo>
                <a:lnTo>
                  <a:pt x="0" y="0"/>
                </a:lnTo>
                <a:close/>
              </a:path>
            </a:pathLst>
          </a:custGeom>
          <a:blipFill rotWithShape="1">
            <a:blip r:embed="rId5">
              <a:alphaModFix/>
            </a:blip>
            <a:stretch>
              <a:fillRect b="0" l="0" r="0" t="0"/>
            </a:stretch>
          </a:blipFill>
          <a:ln>
            <a:noFill/>
          </a:ln>
        </p:spPr>
      </p:sp>
      <p:sp>
        <p:nvSpPr>
          <p:cNvPr id="197" name="Google Shape;197;p18"/>
          <p:cNvSpPr/>
          <p:nvPr/>
        </p:nvSpPr>
        <p:spPr>
          <a:xfrm rot="823914">
            <a:off x="7094033" y="6232970"/>
            <a:ext cx="1884938" cy="1974460"/>
          </a:xfrm>
          <a:custGeom>
            <a:rect b="b" l="l" r="r" t="t"/>
            <a:pathLst>
              <a:path extrusionOk="0" h="1974460" w="1884938">
                <a:moveTo>
                  <a:pt x="0" y="0"/>
                </a:moveTo>
                <a:lnTo>
                  <a:pt x="1884938" y="0"/>
                </a:lnTo>
                <a:lnTo>
                  <a:pt x="1884938" y="1974460"/>
                </a:lnTo>
                <a:lnTo>
                  <a:pt x="0" y="1974460"/>
                </a:lnTo>
                <a:lnTo>
                  <a:pt x="0" y="0"/>
                </a:lnTo>
                <a:close/>
              </a:path>
            </a:pathLst>
          </a:custGeom>
          <a:blipFill rotWithShape="1">
            <a:blip r:embed="rId5">
              <a:alphaModFix/>
            </a:blip>
            <a:stretch>
              <a:fillRect b="0" l="0" r="0" t="0"/>
            </a:stretch>
          </a:blipFill>
          <a:ln>
            <a:noFill/>
          </a:ln>
        </p:spPr>
      </p:sp>
      <p:sp>
        <p:nvSpPr>
          <p:cNvPr id="198" name="Google Shape;198;p18"/>
          <p:cNvSpPr/>
          <p:nvPr/>
        </p:nvSpPr>
        <p:spPr>
          <a:xfrm>
            <a:off x="2220075" y="5239241"/>
            <a:ext cx="1330826" cy="1596449"/>
          </a:xfrm>
          <a:custGeom>
            <a:rect b="b" l="l" r="r" t="t"/>
            <a:pathLst>
              <a:path extrusionOk="0" h="1596449" w="1330826">
                <a:moveTo>
                  <a:pt x="0" y="0"/>
                </a:moveTo>
                <a:lnTo>
                  <a:pt x="1330826" y="0"/>
                </a:lnTo>
                <a:lnTo>
                  <a:pt x="1330826" y="1596449"/>
                </a:lnTo>
                <a:lnTo>
                  <a:pt x="0" y="1596449"/>
                </a:lnTo>
                <a:lnTo>
                  <a:pt x="0" y="0"/>
                </a:lnTo>
                <a:close/>
              </a:path>
            </a:pathLst>
          </a:custGeom>
          <a:blipFill rotWithShape="1">
            <a:blip r:embed="rId4">
              <a:alphaModFix/>
            </a:blip>
            <a:stretch>
              <a:fillRect b="0" l="0" r="0" t="0"/>
            </a:stretch>
          </a:blipFill>
          <a:ln>
            <a:noFill/>
          </a:ln>
        </p:spPr>
      </p:sp>
      <p:sp>
        <p:nvSpPr>
          <p:cNvPr id="199" name="Google Shape;199;p18"/>
          <p:cNvSpPr/>
          <p:nvPr/>
        </p:nvSpPr>
        <p:spPr>
          <a:xfrm flipH="1">
            <a:off x="2752109" y="5990703"/>
            <a:ext cx="1938624" cy="2030696"/>
          </a:xfrm>
          <a:custGeom>
            <a:rect b="b" l="l" r="r" t="t"/>
            <a:pathLst>
              <a:path extrusionOk="0" h="2030696" w="1938624">
                <a:moveTo>
                  <a:pt x="1938624" y="0"/>
                </a:moveTo>
                <a:lnTo>
                  <a:pt x="0" y="0"/>
                </a:lnTo>
                <a:lnTo>
                  <a:pt x="0" y="2030696"/>
                </a:lnTo>
                <a:lnTo>
                  <a:pt x="1938624" y="2030696"/>
                </a:lnTo>
                <a:lnTo>
                  <a:pt x="1938624" y="0"/>
                </a:lnTo>
                <a:close/>
              </a:path>
            </a:pathLst>
          </a:custGeom>
          <a:blipFill rotWithShape="1">
            <a:blip r:embed="rId5">
              <a:alphaModFix/>
            </a:blip>
            <a:stretch>
              <a:fillRect b="0" l="0" r="0" t="0"/>
            </a:stretch>
          </a:blipFill>
          <a:ln>
            <a:noFill/>
          </a:ln>
        </p:spPr>
      </p:sp>
      <p:sp>
        <p:nvSpPr>
          <p:cNvPr id="200" name="Google Shape;200;p18"/>
          <p:cNvSpPr txBox="1"/>
          <p:nvPr/>
        </p:nvSpPr>
        <p:spPr>
          <a:xfrm>
            <a:off x="9433025" y="1337925"/>
            <a:ext cx="7530300" cy="7065000"/>
          </a:xfrm>
          <a:prstGeom prst="rect">
            <a:avLst/>
          </a:prstGeom>
          <a:noFill/>
          <a:ln>
            <a:noFill/>
          </a:ln>
        </p:spPr>
        <p:txBody>
          <a:bodyPr anchorCtr="0" anchor="t" bIns="0" lIns="0" spcFirstLastPara="1" rIns="0" wrap="square" tIns="0">
            <a:spAutoFit/>
          </a:bodyPr>
          <a:lstStyle/>
          <a:p>
            <a:pPr indent="-400050" lvl="0" marL="457200" marR="0" rtl="0" algn="just">
              <a:lnSpc>
                <a:spcPct val="100000"/>
              </a:lnSpc>
              <a:spcBef>
                <a:spcPts val="0"/>
              </a:spcBef>
              <a:spcAft>
                <a:spcPts val="0"/>
              </a:spcAft>
              <a:buClr>
                <a:srgbClr val="FFFFFF"/>
              </a:buClr>
              <a:buSzPts val="2700"/>
              <a:buFont typeface="Sniglet"/>
              <a:buChar char="●"/>
            </a:pPr>
            <a:r>
              <a:rPr lang="en-US" sz="2700">
                <a:solidFill>
                  <a:srgbClr val="FFFFFF"/>
                </a:solidFill>
                <a:latin typeface="Sniglet"/>
                <a:ea typeface="Sniglet"/>
                <a:cs typeface="Sniglet"/>
                <a:sym typeface="Sniglet"/>
              </a:rPr>
              <a:t>When you run the program, a welcome message pops up along with a list of the 59 cakes available to view. </a:t>
            </a:r>
            <a:endParaRPr sz="2700">
              <a:solidFill>
                <a:srgbClr val="FFFFFF"/>
              </a:solidFill>
              <a:latin typeface="Sniglet"/>
              <a:ea typeface="Sniglet"/>
              <a:cs typeface="Sniglet"/>
              <a:sym typeface="Sniglet"/>
            </a:endParaRPr>
          </a:p>
          <a:p>
            <a:pPr indent="-400050" lvl="0" marL="457200" marR="0" rtl="0" algn="just">
              <a:lnSpc>
                <a:spcPct val="100000"/>
              </a:lnSpc>
              <a:spcBef>
                <a:spcPts val="0"/>
              </a:spcBef>
              <a:spcAft>
                <a:spcPts val="0"/>
              </a:spcAft>
              <a:buClr>
                <a:srgbClr val="FFFFFF"/>
              </a:buClr>
              <a:buSzPts val="2700"/>
              <a:buFont typeface="Sniglet"/>
              <a:buChar char="●"/>
            </a:pPr>
            <a:r>
              <a:rPr lang="en-US" sz="2700">
                <a:solidFill>
                  <a:srgbClr val="FFFFFF"/>
                </a:solidFill>
                <a:latin typeface="Sniglet"/>
                <a:ea typeface="Sniglet"/>
                <a:cs typeface="Sniglet"/>
                <a:sym typeface="Sniglet"/>
              </a:rPr>
              <a:t>User is then asked to input the number </a:t>
            </a:r>
            <a:r>
              <a:rPr lang="en-US" sz="2700">
                <a:solidFill>
                  <a:srgbClr val="FFFFFF"/>
                </a:solidFill>
                <a:latin typeface="Sniglet"/>
                <a:ea typeface="Sniglet"/>
                <a:cs typeface="Sniglet"/>
                <a:sym typeface="Sniglet"/>
              </a:rPr>
              <a:t>associated</a:t>
            </a:r>
            <a:r>
              <a:rPr lang="en-US" sz="2700">
                <a:solidFill>
                  <a:srgbClr val="FFFFFF"/>
                </a:solidFill>
                <a:latin typeface="Sniglet"/>
                <a:ea typeface="Sniglet"/>
                <a:cs typeface="Sniglet"/>
                <a:sym typeface="Sniglet"/>
              </a:rPr>
              <a:t> with the cake they’d like to see, “random” to view a random cake or “q” to leave the program. </a:t>
            </a:r>
            <a:endParaRPr sz="2700">
              <a:solidFill>
                <a:srgbClr val="FFFFFF"/>
              </a:solidFill>
              <a:latin typeface="Sniglet"/>
              <a:ea typeface="Sniglet"/>
              <a:cs typeface="Sniglet"/>
              <a:sym typeface="Sniglet"/>
            </a:endParaRPr>
          </a:p>
          <a:p>
            <a:pPr indent="-400050" lvl="0" marL="457200" marR="0" rtl="0" algn="just">
              <a:lnSpc>
                <a:spcPct val="100000"/>
              </a:lnSpc>
              <a:spcBef>
                <a:spcPts val="0"/>
              </a:spcBef>
              <a:spcAft>
                <a:spcPts val="0"/>
              </a:spcAft>
              <a:buClr>
                <a:srgbClr val="FFFFFF"/>
              </a:buClr>
              <a:buSzPts val="2700"/>
              <a:buFont typeface="Sniglet"/>
              <a:buChar char="●"/>
            </a:pPr>
            <a:r>
              <a:rPr lang="en-US" sz="2700">
                <a:solidFill>
                  <a:srgbClr val="FFFFFF"/>
                </a:solidFill>
                <a:latin typeface="Sniglet"/>
                <a:ea typeface="Sniglet"/>
                <a:cs typeface="Sniglet"/>
                <a:sym typeface="Sniglet"/>
              </a:rPr>
              <a:t>If the user chooses a specific cake or random, the cake information is displayed such as the name, difficulty, portion, time to make and its description. The ingredients are then listed and the step by step numbered instructions after. </a:t>
            </a:r>
            <a:endParaRPr sz="2700">
              <a:solidFill>
                <a:srgbClr val="FFFFFF"/>
              </a:solidFill>
              <a:latin typeface="Sniglet"/>
              <a:ea typeface="Sniglet"/>
              <a:cs typeface="Sniglet"/>
              <a:sym typeface="Sniglet"/>
            </a:endParaRPr>
          </a:p>
          <a:p>
            <a:pPr indent="-400050" lvl="0" marL="457200" marR="0" rtl="0" algn="just">
              <a:lnSpc>
                <a:spcPct val="100000"/>
              </a:lnSpc>
              <a:spcBef>
                <a:spcPts val="0"/>
              </a:spcBef>
              <a:spcAft>
                <a:spcPts val="0"/>
              </a:spcAft>
              <a:buClr>
                <a:srgbClr val="FFFFFF"/>
              </a:buClr>
              <a:buSzPts val="2700"/>
              <a:buFont typeface="Sniglet"/>
              <a:buChar char="●"/>
            </a:pPr>
            <a:r>
              <a:rPr lang="en-US" sz="2700">
                <a:solidFill>
                  <a:srgbClr val="FFFFFF"/>
                </a:solidFill>
                <a:latin typeface="Sniglet"/>
                <a:ea typeface="Sniglet"/>
                <a:cs typeface="Sniglet"/>
                <a:sym typeface="Sniglet"/>
              </a:rPr>
              <a:t>The user then has the option to view a picture of the cake. </a:t>
            </a:r>
            <a:endParaRPr sz="2700">
              <a:solidFill>
                <a:srgbClr val="FFFFFF"/>
              </a:solidFill>
              <a:latin typeface="Sniglet"/>
              <a:ea typeface="Sniglet"/>
              <a:cs typeface="Sniglet"/>
              <a:sym typeface="Sniglet"/>
            </a:endParaRPr>
          </a:p>
          <a:p>
            <a:pPr indent="-400050" lvl="0" marL="457200" marR="0" rtl="0" algn="just">
              <a:lnSpc>
                <a:spcPct val="100000"/>
              </a:lnSpc>
              <a:spcBef>
                <a:spcPts val="0"/>
              </a:spcBef>
              <a:spcAft>
                <a:spcPts val="0"/>
              </a:spcAft>
              <a:buClr>
                <a:srgbClr val="FFFFFF"/>
              </a:buClr>
              <a:buSzPts val="2700"/>
              <a:buFont typeface="Sniglet"/>
              <a:buChar char="●"/>
            </a:pPr>
            <a:r>
              <a:rPr lang="en-US" sz="2700">
                <a:solidFill>
                  <a:srgbClr val="FFFFFF"/>
                </a:solidFill>
                <a:latin typeface="Sniglet"/>
                <a:ea typeface="Sniglet"/>
                <a:cs typeface="Sniglet"/>
                <a:sym typeface="Sniglet"/>
              </a:rPr>
              <a:t>Finally, the user has the option to view another cake or leave the program. </a:t>
            </a:r>
            <a:endParaRPr sz="2700">
              <a:solidFill>
                <a:srgbClr val="FFFFFF"/>
              </a:solidFill>
              <a:latin typeface="Sniglet"/>
              <a:ea typeface="Sniglet"/>
              <a:cs typeface="Sniglet"/>
              <a:sym typeface="Sniglet"/>
            </a:endParaRPr>
          </a:p>
        </p:txBody>
      </p:sp>
      <p:sp>
        <p:nvSpPr>
          <p:cNvPr id="201" name="Google Shape;201;p18"/>
          <p:cNvSpPr/>
          <p:nvPr/>
        </p:nvSpPr>
        <p:spPr>
          <a:xfrm>
            <a:off x="8154669" y="4966903"/>
            <a:ext cx="1278344" cy="1533492"/>
          </a:xfrm>
          <a:custGeom>
            <a:rect b="b" l="l" r="r" t="t"/>
            <a:pathLst>
              <a:path extrusionOk="0" h="1533492" w="1278344">
                <a:moveTo>
                  <a:pt x="0" y="0"/>
                </a:moveTo>
                <a:lnTo>
                  <a:pt x="1278344" y="0"/>
                </a:lnTo>
                <a:lnTo>
                  <a:pt x="1278344" y="1533492"/>
                </a:lnTo>
                <a:lnTo>
                  <a:pt x="0" y="153349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205" name="Shape 205"/>
        <p:cNvGrpSpPr/>
        <p:nvPr/>
      </p:nvGrpSpPr>
      <p:grpSpPr>
        <a:xfrm>
          <a:off x="0" y="0"/>
          <a:ext cx="0" cy="0"/>
          <a:chOff x="0" y="0"/>
          <a:chExt cx="0" cy="0"/>
        </a:xfrm>
      </p:grpSpPr>
      <p:grpSp>
        <p:nvGrpSpPr>
          <p:cNvPr id="206" name="Google Shape;206;p19"/>
          <p:cNvGrpSpPr/>
          <p:nvPr/>
        </p:nvGrpSpPr>
        <p:grpSpPr>
          <a:xfrm>
            <a:off x="0" y="0"/>
            <a:ext cx="20042481" cy="10287000"/>
            <a:chOff x="0" y="0"/>
            <a:chExt cx="26723309" cy="13716000"/>
          </a:xfrm>
        </p:grpSpPr>
        <p:sp>
          <p:nvSpPr>
            <p:cNvPr id="207" name="Google Shape;207;p19"/>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208" name="Google Shape;208;p19"/>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209" name="Google Shape;209;p19"/>
          <p:cNvGrpSpPr/>
          <p:nvPr/>
        </p:nvGrpSpPr>
        <p:grpSpPr>
          <a:xfrm>
            <a:off x="1028700" y="871610"/>
            <a:ext cx="16230707" cy="8410483"/>
            <a:chOff x="0" y="-47625"/>
            <a:chExt cx="4274726" cy="2215092"/>
          </a:xfrm>
        </p:grpSpPr>
        <p:sp>
          <p:nvSpPr>
            <p:cNvPr id="210" name="Google Shape;210;p19"/>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9"/>
            <p:cNvSpPr txBox="1"/>
            <p:nvPr/>
          </p:nvSpPr>
          <p:spPr>
            <a:xfrm>
              <a:off x="0" y="-47625"/>
              <a:ext cx="4274726" cy="2215092"/>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2" name="Google Shape;212;p19"/>
          <p:cNvSpPr txBox="1"/>
          <p:nvPr/>
        </p:nvSpPr>
        <p:spPr>
          <a:xfrm>
            <a:off x="2008425" y="2045175"/>
            <a:ext cx="8319600" cy="188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7000">
                <a:solidFill>
                  <a:srgbClr val="FFFFFF"/>
                </a:solidFill>
                <a:latin typeface="Chewy"/>
                <a:ea typeface="Chewy"/>
                <a:cs typeface="Chewy"/>
                <a:sym typeface="Chewy"/>
              </a:rPr>
              <a:t>Errors we encountered</a:t>
            </a:r>
            <a:endParaRPr sz="7000">
              <a:solidFill>
                <a:srgbClr val="FFFFFF"/>
              </a:solidFill>
              <a:latin typeface="Chewy"/>
              <a:ea typeface="Chewy"/>
              <a:cs typeface="Chewy"/>
              <a:sym typeface="Chewy"/>
            </a:endParaRPr>
          </a:p>
        </p:txBody>
      </p:sp>
      <p:sp>
        <p:nvSpPr>
          <p:cNvPr id="213" name="Google Shape;213;p19"/>
          <p:cNvSpPr txBox="1"/>
          <p:nvPr/>
        </p:nvSpPr>
        <p:spPr>
          <a:xfrm>
            <a:off x="2155404" y="3459931"/>
            <a:ext cx="7572300" cy="1699800"/>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2200">
                <a:solidFill>
                  <a:schemeClr val="lt1"/>
                </a:solidFill>
                <a:latin typeface="Chewy"/>
                <a:ea typeface="Chewy"/>
                <a:cs typeface="Chewy"/>
                <a:sym typeface="Chewy"/>
              </a:rPr>
              <a:t>Errors: After asking if the user wanted to see a picture of their cake, they had to say yes or no. If they typed something else like “maybe”, the program would break without asking the user to enter “yes” or “no” again.</a:t>
            </a:r>
            <a:endParaRPr sz="2200">
              <a:solidFill>
                <a:schemeClr val="lt1"/>
              </a:solidFill>
              <a:latin typeface="Chewy"/>
              <a:ea typeface="Chewy"/>
              <a:cs typeface="Chewy"/>
              <a:sym typeface="Chewy"/>
            </a:endParaRPr>
          </a:p>
        </p:txBody>
      </p:sp>
      <p:sp>
        <p:nvSpPr>
          <p:cNvPr id="214" name="Google Shape;214;p19"/>
          <p:cNvSpPr txBox="1"/>
          <p:nvPr/>
        </p:nvSpPr>
        <p:spPr>
          <a:xfrm>
            <a:off x="2155350" y="6222041"/>
            <a:ext cx="7572300" cy="2236200"/>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2200">
                <a:solidFill>
                  <a:schemeClr val="lt1"/>
                </a:solidFill>
                <a:latin typeface="Chewy"/>
                <a:ea typeface="Chewy"/>
                <a:cs typeface="Chewy"/>
                <a:sym typeface="Chewy"/>
              </a:rPr>
              <a:t>Solutions: </a:t>
            </a:r>
            <a:r>
              <a:rPr lang="en-US" sz="2200">
                <a:solidFill>
                  <a:schemeClr val="lt1"/>
                </a:solidFill>
                <a:latin typeface="Chewy"/>
                <a:ea typeface="Chewy"/>
                <a:cs typeface="Chewy"/>
                <a:sym typeface="Chewy"/>
              </a:rPr>
              <a:t>Added a “break” under the new while loop where the user has the option to rerun the program. Without it, the program would keep looping itself even after saying “no” which is supposed to quit the program.</a:t>
            </a:r>
            <a:endParaRPr sz="2200">
              <a:solidFill>
                <a:schemeClr val="lt1"/>
              </a:solidFill>
              <a:latin typeface="Chewy"/>
              <a:ea typeface="Chewy"/>
              <a:cs typeface="Chewy"/>
              <a:sym typeface="Chewy"/>
            </a:endParaRPr>
          </a:p>
          <a:p>
            <a:pPr indent="0" lvl="0" marL="0" marR="0" rtl="0" algn="l">
              <a:lnSpc>
                <a:spcPct val="200000"/>
              </a:lnSpc>
              <a:spcBef>
                <a:spcPts val="0"/>
              </a:spcBef>
              <a:spcAft>
                <a:spcPts val="0"/>
              </a:spcAft>
              <a:buNone/>
            </a:pPr>
            <a:r>
              <a:t/>
            </a:r>
            <a:endParaRPr/>
          </a:p>
        </p:txBody>
      </p:sp>
      <p:sp>
        <p:nvSpPr>
          <p:cNvPr id="215" name="Google Shape;215;p19"/>
          <p:cNvSpPr/>
          <p:nvPr/>
        </p:nvSpPr>
        <p:spPr>
          <a:xfrm>
            <a:off x="10617700" y="2364916"/>
            <a:ext cx="5607885" cy="5557161"/>
          </a:xfrm>
          <a:custGeom>
            <a:rect b="b" l="l" r="r" t="t"/>
            <a:pathLst>
              <a:path extrusionOk="0" h="860908" w="868766">
                <a:moveTo>
                  <a:pt x="31754" y="0"/>
                </a:moveTo>
                <a:lnTo>
                  <a:pt x="837012" y="0"/>
                </a:lnTo>
                <a:cubicBezTo>
                  <a:pt x="845434" y="0"/>
                  <a:pt x="853511" y="3346"/>
                  <a:pt x="859466" y="9301"/>
                </a:cubicBezTo>
                <a:cubicBezTo>
                  <a:pt x="865421" y="15256"/>
                  <a:pt x="868766" y="23332"/>
                  <a:pt x="868766" y="31754"/>
                </a:cubicBezTo>
                <a:lnTo>
                  <a:pt x="868766" y="829154"/>
                </a:lnTo>
                <a:cubicBezTo>
                  <a:pt x="868766" y="837576"/>
                  <a:pt x="865421" y="845652"/>
                  <a:pt x="859466" y="851607"/>
                </a:cubicBezTo>
                <a:cubicBezTo>
                  <a:pt x="853511" y="857562"/>
                  <a:pt x="845434" y="860908"/>
                  <a:pt x="837012" y="860908"/>
                </a:cubicBezTo>
                <a:lnTo>
                  <a:pt x="31754" y="860908"/>
                </a:lnTo>
                <a:cubicBezTo>
                  <a:pt x="23332" y="860908"/>
                  <a:pt x="15256" y="857562"/>
                  <a:pt x="9301" y="851607"/>
                </a:cubicBezTo>
                <a:cubicBezTo>
                  <a:pt x="3346" y="845652"/>
                  <a:pt x="0" y="837576"/>
                  <a:pt x="0" y="829154"/>
                </a:cubicBezTo>
                <a:lnTo>
                  <a:pt x="0" y="31754"/>
                </a:lnTo>
                <a:cubicBezTo>
                  <a:pt x="0" y="23332"/>
                  <a:pt x="3346" y="15256"/>
                  <a:pt x="9301" y="9301"/>
                </a:cubicBezTo>
                <a:cubicBezTo>
                  <a:pt x="15256" y="3346"/>
                  <a:pt x="23332" y="0"/>
                  <a:pt x="31754" y="0"/>
                </a:cubicBezTo>
                <a:close/>
              </a:path>
            </a:pathLst>
          </a:custGeom>
          <a:blipFill rotWithShape="1">
            <a:blip r:embed="rId4">
              <a:alphaModFix/>
            </a:blip>
            <a:stretch>
              <a:fillRect b="0" l="-5814" r="-68036"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9"/>
          <p:cNvSpPr/>
          <p:nvPr/>
        </p:nvSpPr>
        <p:spPr>
          <a:xfrm>
            <a:off x="15093573" y="1926429"/>
            <a:ext cx="1278344" cy="1533492"/>
          </a:xfrm>
          <a:custGeom>
            <a:rect b="b" l="l" r="r" t="t"/>
            <a:pathLst>
              <a:path extrusionOk="0" h="1533492" w="1278344">
                <a:moveTo>
                  <a:pt x="0" y="0"/>
                </a:moveTo>
                <a:lnTo>
                  <a:pt x="1278344" y="0"/>
                </a:lnTo>
                <a:lnTo>
                  <a:pt x="1278344" y="1533492"/>
                </a:lnTo>
                <a:lnTo>
                  <a:pt x="0" y="1533492"/>
                </a:lnTo>
                <a:lnTo>
                  <a:pt x="0" y="0"/>
                </a:lnTo>
                <a:close/>
              </a:path>
            </a:pathLst>
          </a:custGeom>
          <a:blipFill rotWithShape="1">
            <a:blip r:embed="rId5">
              <a:alphaModFix/>
            </a:blip>
            <a:stretch>
              <a:fillRect b="0" l="0" r="0" t="0"/>
            </a:stretch>
          </a:blipFill>
          <a:ln>
            <a:noFill/>
          </a:ln>
        </p:spPr>
      </p:sp>
      <p:sp>
        <p:nvSpPr>
          <p:cNvPr id="217" name="Google Shape;217;p19"/>
          <p:cNvSpPr/>
          <p:nvPr/>
        </p:nvSpPr>
        <p:spPr>
          <a:xfrm>
            <a:off x="9825228" y="6744903"/>
            <a:ext cx="1278344" cy="1533492"/>
          </a:xfrm>
          <a:custGeom>
            <a:rect b="b" l="l" r="r" t="t"/>
            <a:pathLst>
              <a:path extrusionOk="0" h="1533492" w="1278344">
                <a:moveTo>
                  <a:pt x="0" y="0"/>
                </a:moveTo>
                <a:lnTo>
                  <a:pt x="1278344" y="0"/>
                </a:lnTo>
                <a:lnTo>
                  <a:pt x="1278344" y="1533492"/>
                </a:lnTo>
                <a:lnTo>
                  <a:pt x="0" y="153349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221" name="Shape 221"/>
        <p:cNvGrpSpPr/>
        <p:nvPr/>
      </p:nvGrpSpPr>
      <p:grpSpPr>
        <a:xfrm>
          <a:off x="0" y="0"/>
          <a:ext cx="0" cy="0"/>
          <a:chOff x="0" y="0"/>
          <a:chExt cx="0" cy="0"/>
        </a:xfrm>
      </p:grpSpPr>
      <p:grpSp>
        <p:nvGrpSpPr>
          <p:cNvPr id="222" name="Google Shape;222;p20"/>
          <p:cNvGrpSpPr/>
          <p:nvPr/>
        </p:nvGrpSpPr>
        <p:grpSpPr>
          <a:xfrm>
            <a:off x="0" y="0"/>
            <a:ext cx="20042482" cy="10287000"/>
            <a:chOff x="0" y="0"/>
            <a:chExt cx="26723309" cy="13716000"/>
          </a:xfrm>
        </p:grpSpPr>
        <p:sp>
          <p:nvSpPr>
            <p:cNvPr id="223" name="Google Shape;223;p20"/>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224" name="Google Shape;224;p20"/>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225" name="Google Shape;225;p20"/>
          <p:cNvGrpSpPr/>
          <p:nvPr/>
        </p:nvGrpSpPr>
        <p:grpSpPr>
          <a:xfrm>
            <a:off x="1168625" y="920182"/>
            <a:ext cx="16230707" cy="8446648"/>
            <a:chOff x="0" y="-57150"/>
            <a:chExt cx="4274726" cy="2224617"/>
          </a:xfrm>
        </p:grpSpPr>
        <p:sp>
          <p:nvSpPr>
            <p:cNvPr id="226" name="Google Shape;226;p20"/>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0"/>
            <p:cNvSpPr txBox="1"/>
            <p:nvPr/>
          </p:nvSpPr>
          <p:spPr>
            <a:xfrm>
              <a:off x="0" y="-57150"/>
              <a:ext cx="4274700" cy="2224500"/>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8" name="Google Shape;228;p20"/>
          <p:cNvSpPr txBox="1"/>
          <p:nvPr/>
        </p:nvSpPr>
        <p:spPr>
          <a:xfrm>
            <a:off x="4872044" y="1849826"/>
            <a:ext cx="8544000" cy="1182600"/>
          </a:xfrm>
          <a:prstGeom prst="rect">
            <a:avLst/>
          </a:prstGeom>
          <a:noFill/>
          <a:ln>
            <a:noFill/>
          </a:ln>
        </p:spPr>
        <p:txBody>
          <a:bodyPr anchorCtr="0" anchor="t" bIns="0" lIns="0" spcFirstLastPara="1" rIns="0" wrap="square" tIns="0">
            <a:spAutoFit/>
          </a:bodyPr>
          <a:lstStyle/>
          <a:p>
            <a:pPr indent="0" lvl="0" marL="0" marR="0" rtl="0" algn="ctr">
              <a:lnSpc>
                <a:spcPct val="97993"/>
              </a:lnSpc>
              <a:spcBef>
                <a:spcPts val="0"/>
              </a:spcBef>
              <a:spcAft>
                <a:spcPts val="0"/>
              </a:spcAft>
              <a:buNone/>
            </a:pPr>
            <a:r>
              <a:rPr b="0" i="0" lang="en-US" sz="8919" u="none" cap="none" strike="noStrike">
                <a:solidFill>
                  <a:srgbClr val="FEFEFE"/>
                </a:solidFill>
                <a:latin typeface="Chewy"/>
                <a:ea typeface="Chewy"/>
                <a:cs typeface="Chewy"/>
                <a:sym typeface="Chewy"/>
              </a:rPr>
              <a:t>MEET THE TEAM</a:t>
            </a:r>
            <a:endParaRPr/>
          </a:p>
        </p:txBody>
      </p:sp>
      <p:sp>
        <p:nvSpPr>
          <p:cNvPr id="229" name="Google Shape;229;p20"/>
          <p:cNvSpPr txBox="1"/>
          <p:nvPr/>
        </p:nvSpPr>
        <p:spPr>
          <a:xfrm>
            <a:off x="1274774" y="4489129"/>
            <a:ext cx="3368400" cy="754200"/>
          </a:xfrm>
          <a:prstGeom prst="rect">
            <a:avLst/>
          </a:prstGeom>
          <a:noFill/>
          <a:ln>
            <a:noFill/>
          </a:ln>
        </p:spPr>
        <p:txBody>
          <a:bodyPr anchorCtr="0" anchor="t" bIns="0" lIns="0" spcFirstLastPara="1" rIns="0" wrap="square" tIns="0">
            <a:spAutoFit/>
          </a:bodyPr>
          <a:lstStyle/>
          <a:p>
            <a:pPr indent="0" lvl="0" marL="0" marR="0" rtl="0" algn="ctr">
              <a:lnSpc>
                <a:spcPct val="98000"/>
              </a:lnSpc>
              <a:spcBef>
                <a:spcPts val="0"/>
              </a:spcBef>
              <a:spcAft>
                <a:spcPts val="0"/>
              </a:spcAft>
              <a:buNone/>
            </a:pPr>
            <a:r>
              <a:rPr lang="en-US" sz="5000">
                <a:solidFill>
                  <a:srgbClr val="FEFEFE"/>
                </a:solidFill>
                <a:latin typeface="Chewy"/>
                <a:ea typeface="Chewy"/>
                <a:cs typeface="Chewy"/>
                <a:sym typeface="Chewy"/>
              </a:rPr>
              <a:t>Diego</a:t>
            </a:r>
            <a:endParaRPr sz="5000"/>
          </a:p>
        </p:txBody>
      </p:sp>
      <p:sp>
        <p:nvSpPr>
          <p:cNvPr id="230" name="Google Shape;230;p20"/>
          <p:cNvSpPr txBox="1"/>
          <p:nvPr/>
        </p:nvSpPr>
        <p:spPr>
          <a:xfrm>
            <a:off x="4261975" y="4589179"/>
            <a:ext cx="3368400" cy="754200"/>
          </a:xfrm>
          <a:prstGeom prst="rect">
            <a:avLst/>
          </a:prstGeom>
          <a:noFill/>
          <a:ln>
            <a:noFill/>
          </a:ln>
        </p:spPr>
        <p:txBody>
          <a:bodyPr anchorCtr="0" anchor="t" bIns="0" lIns="0" spcFirstLastPara="1" rIns="0" wrap="square" tIns="0">
            <a:spAutoFit/>
          </a:bodyPr>
          <a:lstStyle/>
          <a:p>
            <a:pPr indent="0" lvl="0" marL="0" marR="0" rtl="0" algn="ctr">
              <a:lnSpc>
                <a:spcPct val="98000"/>
              </a:lnSpc>
              <a:spcBef>
                <a:spcPts val="0"/>
              </a:spcBef>
              <a:spcAft>
                <a:spcPts val="0"/>
              </a:spcAft>
              <a:buNone/>
            </a:pPr>
            <a:r>
              <a:rPr lang="en-US" sz="5000">
                <a:solidFill>
                  <a:srgbClr val="FEFEFE"/>
                </a:solidFill>
                <a:latin typeface="Chewy"/>
                <a:ea typeface="Chewy"/>
                <a:cs typeface="Chewy"/>
                <a:sym typeface="Chewy"/>
              </a:rPr>
              <a:t>Will</a:t>
            </a:r>
            <a:endParaRPr sz="5000"/>
          </a:p>
        </p:txBody>
      </p:sp>
      <p:sp>
        <p:nvSpPr>
          <p:cNvPr id="231" name="Google Shape;231;p20"/>
          <p:cNvSpPr txBox="1"/>
          <p:nvPr/>
        </p:nvSpPr>
        <p:spPr>
          <a:xfrm>
            <a:off x="7459801" y="4589167"/>
            <a:ext cx="3368400" cy="754200"/>
          </a:xfrm>
          <a:prstGeom prst="rect">
            <a:avLst/>
          </a:prstGeom>
          <a:noFill/>
          <a:ln>
            <a:noFill/>
          </a:ln>
        </p:spPr>
        <p:txBody>
          <a:bodyPr anchorCtr="0" anchor="t" bIns="0" lIns="0" spcFirstLastPara="1" rIns="0" wrap="square" tIns="0">
            <a:spAutoFit/>
          </a:bodyPr>
          <a:lstStyle/>
          <a:p>
            <a:pPr indent="0" lvl="0" marL="0" marR="0" rtl="0" algn="ctr">
              <a:lnSpc>
                <a:spcPct val="98000"/>
              </a:lnSpc>
              <a:spcBef>
                <a:spcPts val="0"/>
              </a:spcBef>
              <a:spcAft>
                <a:spcPts val="0"/>
              </a:spcAft>
              <a:buNone/>
            </a:pPr>
            <a:r>
              <a:rPr lang="en-US" sz="5000">
                <a:solidFill>
                  <a:srgbClr val="FEFEFE"/>
                </a:solidFill>
                <a:latin typeface="Chewy"/>
                <a:ea typeface="Chewy"/>
                <a:cs typeface="Chewy"/>
                <a:sym typeface="Chewy"/>
              </a:rPr>
              <a:t>Yaquelin</a:t>
            </a:r>
            <a:endParaRPr sz="5000"/>
          </a:p>
        </p:txBody>
      </p:sp>
      <p:sp>
        <p:nvSpPr>
          <p:cNvPr id="232" name="Google Shape;232;p20"/>
          <p:cNvSpPr txBox="1"/>
          <p:nvPr/>
        </p:nvSpPr>
        <p:spPr>
          <a:xfrm>
            <a:off x="10743077" y="4589167"/>
            <a:ext cx="3368400" cy="754200"/>
          </a:xfrm>
          <a:prstGeom prst="rect">
            <a:avLst/>
          </a:prstGeom>
          <a:noFill/>
          <a:ln>
            <a:noFill/>
          </a:ln>
        </p:spPr>
        <p:txBody>
          <a:bodyPr anchorCtr="0" anchor="t" bIns="0" lIns="0" spcFirstLastPara="1" rIns="0" wrap="square" tIns="0">
            <a:spAutoFit/>
          </a:bodyPr>
          <a:lstStyle/>
          <a:p>
            <a:pPr indent="0" lvl="0" marL="0" marR="0" rtl="0" algn="ctr">
              <a:lnSpc>
                <a:spcPct val="98000"/>
              </a:lnSpc>
              <a:spcBef>
                <a:spcPts val="0"/>
              </a:spcBef>
              <a:spcAft>
                <a:spcPts val="0"/>
              </a:spcAft>
              <a:buNone/>
            </a:pPr>
            <a:r>
              <a:rPr lang="en-US" sz="5000">
                <a:solidFill>
                  <a:srgbClr val="FEFEFE"/>
                </a:solidFill>
                <a:latin typeface="Chewy"/>
                <a:ea typeface="Chewy"/>
                <a:cs typeface="Chewy"/>
                <a:sym typeface="Chewy"/>
              </a:rPr>
              <a:t>Perla</a:t>
            </a:r>
            <a:endParaRPr sz="2700"/>
          </a:p>
        </p:txBody>
      </p:sp>
      <p:sp>
        <p:nvSpPr>
          <p:cNvPr id="233" name="Google Shape;233;p20"/>
          <p:cNvSpPr txBox="1"/>
          <p:nvPr/>
        </p:nvSpPr>
        <p:spPr>
          <a:xfrm>
            <a:off x="1393250" y="5537150"/>
            <a:ext cx="3131400" cy="997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700">
                <a:solidFill>
                  <a:srgbClr val="FFFFFF"/>
                </a:solidFill>
                <a:latin typeface="Sniglet"/>
                <a:ea typeface="Sniglet"/>
                <a:cs typeface="Sniglet"/>
                <a:sym typeface="Sniglet"/>
              </a:rPr>
              <a:t>Function Declaration</a:t>
            </a:r>
            <a:endParaRPr sz="1800"/>
          </a:p>
        </p:txBody>
      </p:sp>
      <p:sp>
        <p:nvSpPr>
          <p:cNvPr id="234" name="Google Shape;234;p20"/>
          <p:cNvSpPr txBox="1"/>
          <p:nvPr/>
        </p:nvSpPr>
        <p:spPr>
          <a:xfrm>
            <a:off x="4803061" y="5454683"/>
            <a:ext cx="2325900" cy="997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700">
                <a:solidFill>
                  <a:srgbClr val="FFFFFF"/>
                </a:solidFill>
                <a:latin typeface="Sniglet"/>
                <a:ea typeface="Sniglet"/>
                <a:cs typeface="Sniglet"/>
                <a:sym typeface="Sniglet"/>
              </a:rPr>
              <a:t>Exception handling</a:t>
            </a:r>
            <a:endParaRPr sz="2700"/>
          </a:p>
        </p:txBody>
      </p:sp>
      <p:sp>
        <p:nvSpPr>
          <p:cNvPr id="235" name="Google Shape;235;p20"/>
          <p:cNvSpPr txBox="1"/>
          <p:nvPr/>
        </p:nvSpPr>
        <p:spPr>
          <a:xfrm>
            <a:off x="11178975" y="5629550"/>
            <a:ext cx="2496600" cy="415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700">
                <a:solidFill>
                  <a:srgbClr val="FFFFFF"/>
                </a:solidFill>
                <a:latin typeface="Sniglet"/>
                <a:ea typeface="Sniglet"/>
                <a:cs typeface="Sniglet"/>
                <a:sym typeface="Sniglet"/>
              </a:rPr>
              <a:t>Research</a:t>
            </a:r>
            <a:endParaRPr sz="2700"/>
          </a:p>
        </p:txBody>
      </p:sp>
      <p:sp>
        <p:nvSpPr>
          <p:cNvPr id="236" name="Google Shape;236;p20"/>
          <p:cNvSpPr txBox="1"/>
          <p:nvPr/>
        </p:nvSpPr>
        <p:spPr>
          <a:xfrm>
            <a:off x="7407350" y="5629550"/>
            <a:ext cx="3473400" cy="415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700">
                <a:solidFill>
                  <a:srgbClr val="FFFFFF"/>
                </a:solidFill>
                <a:latin typeface="Sniglet"/>
                <a:ea typeface="Sniglet"/>
                <a:cs typeface="Sniglet"/>
                <a:sym typeface="Sniglet"/>
              </a:rPr>
              <a:t>Communications-APIs</a:t>
            </a:r>
            <a:endParaRPr sz="2700"/>
          </a:p>
        </p:txBody>
      </p:sp>
      <p:sp>
        <p:nvSpPr>
          <p:cNvPr id="237" name="Google Shape;237;p20"/>
          <p:cNvSpPr txBox="1"/>
          <p:nvPr/>
        </p:nvSpPr>
        <p:spPr>
          <a:xfrm>
            <a:off x="14490550" y="4489125"/>
            <a:ext cx="27807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000">
                <a:solidFill>
                  <a:schemeClr val="lt1"/>
                </a:solidFill>
                <a:latin typeface="Chewy"/>
                <a:ea typeface="Chewy"/>
                <a:cs typeface="Chewy"/>
                <a:sym typeface="Chewy"/>
              </a:rPr>
              <a:t>Melanie</a:t>
            </a:r>
            <a:endParaRPr sz="5000">
              <a:solidFill>
                <a:schemeClr val="lt1"/>
              </a:solidFill>
              <a:latin typeface="Chewy"/>
              <a:ea typeface="Chewy"/>
              <a:cs typeface="Chewy"/>
              <a:sym typeface="Chewy"/>
            </a:endParaRPr>
          </a:p>
        </p:txBody>
      </p:sp>
      <p:sp>
        <p:nvSpPr>
          <p:cNvPr id="238" name="Google Shape;238;p20"/>
          <p:cNvSpPr txBox="1"/>
          <p:nvPr/>
        </p:nvSpPr>
        <p:spPr>
          <a:xfrm>
            <a:off x="14144200" y="5537150"/>
            <a:ext cx="3473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a:solidFill>
                  <a:schemeClr val="lt1"/>
                </a:solidFill>
                <a:latin typeface="Sniglet"/>
                <a:ea typeface="Sniglet"/>
                <a:cs typeface="Sniglet"/>
                <a:sym typeface="Sniglet"/>
              </a:rPr>
              <a:t>U</a:t>
            </a:r>
            <a:r>
              <a:rPr lang="en-US" sz="2700">
                <a:solidFill>
                  <a:schemeClr val="lt1"/>
                </a:solidFill>
                <a:latin typeface="Sniglet"/>
                <a:ea typeface="Sniglet"/>
                <a:cs typeface="Sniglet"/>
                <a:sym typeface="Sniglet"/>
              </a:rPr>
              <a:t>ser input, modules</a:t>
            </a:r>
            <a:endParaRPr sz="2700">
              <a:solidFill>
                <a:schemeClr val="lt1"/>
              </a:solidFill>
              <a:latin typeface="Sniglet"/>
              <a:ea typeface="Sniglet"/>
              <a:cs typeface="Sniglet"/>
              <a:sym typeface="Sniglet"/>
            </a:endParaRPr>
          </a:p>
        </p:txBody>
      </p:sp>
      <p:sp>
        <p:nvSpPr>
          <p:cNvPr id="239" name="Google Shape;239;p20"/>
          <p:cNvSpPr/>
          <p:nvPr/>
        </p:nvSpPr>
        <p:spPr>
          <a:xfrm>
            <a:off x="1787036" y="1700164"/>
            <a:ext cx="2095918" cy="2495141"/>
          </a:xfrm>
          <a:custGeom>
            <a:rect b="b" l="l" r="r" t="t"/>
            <a:pathLst>
              <a:path extrusionOk="0" h="2495141" w="2095918">
                <a:moveTo>
                  <a:pt x="0" y="0"/>
                </a:moveTo>
                <a:lnTo>
                  <a:pt x="2095918" y="0"/>
                </a:lnTo>
                <a:lnTo>
                  <a:pt x="2095918" y="2495140"/>
                </a:lnTo>
                <a:lnTo>
                  <a:pt x="0" y="2495140"/>
                </a:lnTo>
                <a:lnTo>
                  <a:pt x="0" y="0"/>
                </a:lnTo>
                <a:close/>
              </a:path>
            </a:pathLst>
          </a:custGeom>
          <a:blipFill rotWithShape="1">
            <a:blip r:embed="rId4">
              <a:alphaModFix/>
            </a:blip>
            <a:stretch>
              <a:fillRect b="0" l="0" r="0" t="0"/>
            </a:stretch>
          </a:blipFill>
          <a:ln>
            <a:noFill/>
          </a:ln>
        </p:spPr>
      </p:sp>
      <p:sp>
        <p:nvSpPr>
          <p:cNvPr id="240" name="Google Shape;240;p20"/>
          <p:cNvSpPr/>
          <p:nvPr/>
        </p:nvSpPr>
        <p:spPr>
          <a:xfrm>
            <a:off x="15038707" y="6231171"/>
            <a:ext cx="1684397" cy="2981233"/>
          </a:xfrm>
          <a:custGeom>
            <a:rect b="b" l="l" r="r" t="t"/>
            <a:pathLst>
              <a:path extrusionOk="0" h="2981233" w="1684397">
                <a:moveTo>
                  <a:pt x="0" y="0"/>
                </a:moveTo>
                <a:lnTo>
                  <a:pt x="1684397" y="0"/>
                </a:lnTo>
                <a:lnTo>
                  <a:pt x="1684397" y="2981233"/>
                </a:lnTo>
                <a:lnTo>
                  <a:pt x="0" y="2981233"/>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244" name="Shape 244"/>
        <p:cNvGrpSpPr/>
        <p:nvPr/>
      </p:nvGrpSpPr>
      <p:grpSpPr>
        <a:xfrm>
          <a:off x="0" y="0"/>
          <a:ext cx="0" cy="0"/>
          <a:chOff x="0" y="0"/>
          <a:chExt cx="0" cy="0"/>
        </a:xfrm>
      </p:grpSpPr>
      <p:grpSp>
        <p:nvGrpSpPr>
          <p:cNvPr id="245" name="Google Shape;245;p21"/>
          <p:cNvGrpSpPr/>
          <p:nvPr/>
        </p:nvGrpSpPr>
        <p:grpSpPr>
          <a:xfrm>
            <a:off x="0" y="0"/>
            <a:ext cx="20042481" cy="10287000"/>
            <a:chOff x="0" y="0"/>
            <a:chExt cx="26723309" cy="13716000"/>
          </a:xfrm>
        </p:grpSpPr>
        <p:sp>
          <p:nvSpPr>
            <p:cNvPr id="246" name="Google Shape;246;p21"/>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247" name="Google Shape;247;p21"/>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248" name="Google Shape;248;p21"/>
          <p:cNvGrpSpPr/>
          <p:nvPr/>
        </p:nvGrpSpPr>
        <p:grpSpPr>
          <a:xfrm>
            <a:off x="1028700" y="847874"/>
            <a:ext cx="16230600" cy="8410426"/>
            <a:chOff x="0" y="-47625"/>
            <a:chExt cx="4274726" cy="2215092"/>
          </a:xfrm>
        </p:grpSpPr>
        <p:sp>
          <p:nvSpPr>
            <p:cNvPr id="249" name="Google Shape;249;p21"/>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1"/>
            <p:cNvSpPr txBox="1"/>
            <p:nvPr/>
          </p:nvSpPr>
          <p:spPr>
            <a:xfrm>
              <a:off x="0" y="-47625"/>
              <a:ext cx="4274726" cy="2215092"/>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1" name="Google Shape;251;p21"/>
          <p:cNvSpPr/>
          <p:nvPr/>
        </p:nvSpPr>
        <p:spPr>
          <a:xfrm>
            <a:off x="11847468" y="2947405"/>
            <a:ext cx="4503984" cy="4728593"/>
          </a:xfrm>
          <a:custGeom>
            <a:rect b="b" l="l" r="r" t="t"/>
            <a:pathLst>
              <a:path extrusionOk="0" h="4728593" w="4503984">
                <a:moveTo>
                  <a:pt x="0" y="0"/>
                </a:moveTo>
                <a:lnTo>
                  <a:pt x="4503984" y="0"/>
                </a:lnTo>
                <a:lnTo>
                  <a:pt x="4503984" y="4728593"/>
                </a:lnTo>
                <a:lnTo>
                  <a:pt x="0" y="4728593"/>
                </a:lnTo>
                <a:lnTo>
                  <a:pt x="0" y="0"/>
                </a:lnTo>
                <a:close/>
              </a:path>
            </a:pathLst>
          </a:custGeom>
          <a:blipFill rotWithShape="1">
            <a:blip r:embed="rId4">
              <a:alphaModFix/>
            </a:blip>
            <a:stretch>
              <a:fillRect b="0" l="0" r="0" t="0"/>
            </a:stretch>
          </a:blipFill>
          <a:ln>
            <a:noFill/>
          </a:ln>
        </p:spPr>
      </p:sp>
      <p:sp>
        <p:nvSpPr>
          <p:cNvPr id="252" name="Google Shape;252;p21"/>
          <p:cNvSpPr txBox="1"/>
          <p:nvPr/>
        </p:nvSpPr>
        <p:spPr>
          <a:xfrm>
            <a:off x="2283098" y="2312342"/>
            <a:ext cx="8953500" cy="1345200"/>
          </a:xfrm>
          <a:prstGeom prst="rect">
            <a:avLst/>
          </a:prstGeom>
          <a:noFill/>
          <a:ln>
            <a:noFill/>
          </a:ln>
        </p:spPr>
        <p:txBody>
          <a:bodyPr anchorCtr="0" anchor="t" bIns="0" lIns="0" spcFirstLastPara="1" rIns="0" wrap="square" tIns="0">
            <a:spAutoFit/>
          </a:bodyPr>
          <a:lstStyle/>
          <a:p>
            <a:pPr indent="0" lvl="0" marL="0" marR="0" rtl="0" algn="just">
              <a:lnSpc>
                <a:spcPct val="97993"/>
              </a:lnSpc>
              <a:spcBef>
                <a:spcPts val="0"/>
              </a:spcBef>
              <a:spcAft>
                <a:spcPts val="0"/>
              </a:spcAft>
              <a:buNone/>
            </a:pPr>
            <a:r>
              <a:rPr lang="en-US" sz="8919">
                <a:solidFill>
                  <a:srgbClr val="FEFEFE"/>
                </a:solidFill>
                <a:latin typeface="Chewy"/>
                <a:ea typeface="Chewy"/>
                <a:cs typeface="Chewy"/>
                <a:sym typeface="Chewy"/>
              </a:rPr>
              <a:t>Related Documents</a:t>
            </a:r>
            <a:endParaRPr/>
          </a:p>
        </p:txBody>
      </p:sp>
      <p:sp>
        <p:nvSpPr>
          <p:cNvPr id="253" name="Google Shape;253;p21"/>
          <p:cNvSpPr txBox="1"/>
          <p:nvPr/>
        </p:nvSpPr>
        <p:spPr>
          <a:xfrm>
            <a:off x="2283100" y="3881305"/>
            <a:ext cx="8953500" cy="4587300"/>
          </a:xfrm>
          <a:prstGeom prst="rect">
            <a:avLst/>
          </a:prstGeom>
          <a:noFill/>
          <a:ln>
            <a:noFill/>
          </a:ln>
        </p:spPr>
        <p:txBody>
          <a:bodyPr anchorCtr="0" anchor="t" bIns="0" lIns="0" spcFirstLastPara="1" rIns="0" wrap="square" tIns="0">
            <a:noAutofit/>
          </a:bodyPr>
          <a:lstStyle/>
          <a:p>
            <a:pPr indent="-342900" lvl="0" marL="457200" marR="0" rtl="0" algn="l">
              <a:lnSpc>
                <a:spcPct val="200000"/>
              </a:lnSpc>
              <a:spcBef>
                <a:spcPts val="0"/>
              </a:spcBef>
              <a:spcAft>
                <a:spcPts val="0"/>
              </a:spcAft>
              <a:buClr>
                <a:srgbClr val="FFFFFF"/>
              </a:buClr>
              <a:buSzPts val="1800"/>
              <a:buFont typeface="Sniglet"/>
              <a:buChar char="●"/>
            </a:pPr>
            <a:r>
              <a:rPr lang="en-US" sz="1800" u="sng">
                <a:solidFill>
                  <a:schemeClr val="hlink"/>
                </a:solidFill>
                <a:latin typeface="Sniglet"/>
                <a:ea typeface="Sniglet"/>
                <a:cs typeface="Sniglet"/>
                <a:sym typeface="Sniglet"/>
                <a:hlinkClick r:id="rId5"/>
              </a:rPr>
              <a:t>https://youtu.be/NjHKITKVWZA?si=ltmWKduviZ4-4NrP</a:t>
            </a:r>
            <a:r>
              <a:rPr lang="en-US" sz="1800">
                <a:solidFill>
                  <a:srgbClr val="FFFFFF"/>
                </a:solidFill>
                <a:latin typeface="Sniglet"/>
                <a:ea typeface="Sniglet"/>
                <a:cs typeface="Sniglet"/>
                <a:sym typeface="Sniglet"/>
              </a:rPr>
              <a:t> (For webbrowser tutorial)</a:t>
            </a:r>
            <a:endParaRPr sz="1800">
              <a:solidFill>
                <a:srgbClr val="FFFFFF"/>
              </a:solidFill>
              <a:latin typeface="Sniglet"/>
              <a:ea typeface="Sniglet"/>
              <a:cs typeface="Sniglet"/>
              <a:sym typeface="Sniglet"/>
            </a:endParaRPr>
          </a:p>
          <a:p>
            <a:pPr indent="-342900" lvl="0" marL="457200" marR="0" rtl="0" algn="l">
              <a:lnSpc>
                <a:spcPct val="200000"/>
              </a:lnSpc>
              <a:spcBef>
                <a:spcPts val="0"/>
              </a:spcBef>
              <a:spcAft>
                <a:spcPts val="0"/>
              </a:spcAft>
              <a:buClr>
                <a:srgbClr val="FFFFFF"/>
              </a:buClr>
              <a:buSzPts val="1800"/>
              <a:buFont typeface="Sniglet"/>
              <a:buChar char="●"/>
            </a:pPr>
            <a:r>
              <a:rPr lang="en-US" u="sng">
                <a:solidFill>
                  <a:schemeClr val="hlink"/>
                </a:solidFill>
                <a:hlinkClick r:id="rId6"/>
              </a:rPr>
              <a:t>https://docs.python.org/3/library/webbrowser.html</a:t>
            </a:r>
            <a:r>
              <a:rPr lang="en-US" sz="1800">
                <a:solidFill>
                  <a:srgbClr val="FFFFFF"/>
                </a:solidFill>
                <a:latin typeface="Sniglet"/>
                <a:ea typeface="Sniglet"/>
                <a:cs typeface="Sniglet"/>
                <a:sym typeface="Sniglet"/>
              </a:rPr>
              <a:t> (For webbrowser module)</a:t>
            </a:r>
            <a:endParaRPr sz="1800">
              <a:solidFill>
                <a:srgbClr val="FFFFFF"/>
              </a:solidFill>
              <a:latin typeface="Sniglet"/>
              <a:ea typeface="Sniglet"/>
              <a:cs typeface="Sniglet"/>
              <a:sym typeface="Sniglet"/>
            </a:endParaRPr>
          </a:p>
          <a:p>
            <a:pPr indent="-361950" lvl="0" marL="457200" marR="0" rtl="0" algn="l">
              <a:lnSpc>
                <a:spcPct val="200000"/>
              </a:lnSpc>
              <a:spcBef>
                <a:spcPts val="0"/>
              </a:spcBef>
              <a:spcAft>
                <a:spcPts val="0"/>
              </a:spcAft>
              <a:buClr>
                <a:srgbClr val="FFFFFF"/>
              </a:buClr>
              <a:buSzPts val="2100"/>
              <a:buFont typeface="Sniglet"/>
              <a:buChar char="●"/>
            </a:pPr>
            <a:r>
              <a:rPr lang="en-US" sz="1100" u="sng">
                <a:solidFill>
                  <a:schemeClr val="hlink"/>
                </a:solidFill>
                <a:hlinkClick r:id="rId7"/>
              </a:rPr>
              <a:t>https://rapidapi.com/rapihub-rapihub-default/api/the-birthday-cake-db/playground/apiendpoint_b77303d6-4efc-4941-84de-87b0e7e7be75</a:t>
            </a:r>
            <a:r>
              <a:rPr lang="en-US" sz="2100">
                <a:solidFill>
                  <a:srgbClr val="FFFFFF"/>
                </a:solidFill>
                <a:latin typeface="Sniglet"/>
                <a:ea typeface="Sniglet"/>
                <a:cs typeface="Sniglet"/>
                <a:sym typeface="Sniglet"/>
              </a:rPr>
              <a:t> (the api we used )</a:t>
            </a:r>
            <a:endParaRPr sz="2100">
              <a:solidFill>
                <a:srgbClr val="FFFFFF"/>
              </a:solidFill>
              <a:latin typeface="Sniglet"/>
              <a:ea typeface="Sniglet"/>
              <a:cs typeface="Sniglet"/>
              <a:sym typeface="Sniglet"/>
            </a:endParaRPr>
          </a:p>
        </p:txBody>
      </p:sp>
      <p:sp>
        <p:nvSpPr>
          <p:cNvPr id="254" name="Google Shape;254;p21"/>
          <p:cNvSpPr/>
          <p:nvPr/>
        </p:nvSpPr>
        <p:spPr>
          <a:xfrm>
            <a:off x="14732328" y="2327565"/>
            <a:ext cx="1278344" cy="1533492"/>
          </a:xfrm>
          <a:custGeom>
            <a:rect b="b" l="l" r="r" t="t"/>
            <a:pathLst>
              <a:path extrusionOk="0" h="1533492" w="1278344">
                <a:moveTo>
                  <a:pt x="0" y="0"/>
                </a:moveTo>
                <a:lnTo>
                  <a:pt x="1278345" y="0"/>
                </a:lnTo>
                <a:lnTo>
                  <a:pt x="1278345" y="1533493"/>
                </a:lnTo>
                <a:lnTo>
                  <a:pt x="0" y="1533493"/>
                </a:lnTo>
                <a:lnTo>
                  <a:pt x="0" y="0"/>
                </a:lnTo>
                <a:close/>
              </a:path>
            </a:pathLst>
          </a:custGeom>
          <a:blipFill rotWithShape="1">
            <a:blip r:embed="rId8">
              <a:alphaModFix/>
            </a:blip>
            <a:stretch>
              <a:fillRect b="0" l="0" r="0" t="0"/>
            </a:stretch>
          </a:blipFill>
          <a:ln>
            <a:noFill/>
          </a:ln>
        </p:spPr>
      </p:sp>
      <p:sp>
        <p:nvSpPr>
          <p:cNvPr id="255" name="Google Shape;255;p21"/>
          <p:cNvSpPr/>
          <p:nvPr/>
        </p:nvSpPr>
        <p:spPr>
          <a:xfrm flipH="1">
            <a:off x="11847468" y="6142506"/>
            <a:ext cx="1278344" cy="1533492"/>
          </a:xfrm>
          <a:custGeom>
            <a:rect b="b" l="l" r="r" t="t"/>
            <a:pathLst>
              <a:path extrusionOk="0" h="1533492" w="1278344">
                <a:moveTo>
                  <a:pt x="1278344" y="0"/>
                </a:moveTo>
                <a:lnTo>
                  <a:pt x="0" y="0"/>
                </a:lnTo>
                <a:lnTo>
                  <a:pt x="0" y="1533492"/>
                </a:lnTo>
                <a:lnTo>
                  <a:pt x="1278344" y="1533492"/>
                </a:lnTo>
                <a:lnTo>
                  <a:pt x="1278344" y="0"/>
                </a:lnTo>
                <a:close/>
              </a:path>
            </a:pathLst>
          </a:custGeom>
          <a:blipFill rotWithShape="1">
            <a:blip r:embed="rId8">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1E2"/>
        </a:solidFill>
      </p:bgPr>
    </p:bg>
    <p:spTree>
      <p:nvGrpSpPr>
        <p:cNvPr id="259" name="Shape 259"/>
        <p:cNvGrpSpPr/>
        <p:nvPr/>
      </p:nvGrpSpPr>
      <p:grpSpPr>
        <a:xfrm>
          <a:off x="0" y="0"/>
          <a:ext cx="0" cy="0"/>
          <a:chOff x="0" y="0"/>
          <a:chExt cx="0" cy="0"/>
        </a:xfrm>
      </p:grpSpPr>
      <p:grpSp>
        <p:nvGrpSpPr>
          <p:cNvPr id="260" name="Google Shape;260;p22"/>
          <p:cNvGrpSpPr/>
          <p:nvPr/>
        </p:nvGrpSpPr>
        <p:grpSpPr>
          <a:xfrm>
            <a:off x="0" y="0"/>
            <a:ext cx="20042481" cy="10287000"/>
            <a:chOff x="0" y="0"/>
            <a:chExt cx="26723309" cy="13716000"/>
          </a:xfrm>
        </p:grpSpPr>
        <p:sp>
          <p:nvSpPr>
            <p:cNvPr id="261" name="Google Shape;261;p22"/>
            <p:cNvSpPr/>
            <p:nvPr/>
          </p:nvSpPr>
          <p:spPr>
            <a:xfrm>
              <a:off x="0"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sp>
          <p:nvSpPr>
            <p:cNvPr id="262" name="Google Shape;262;p22"/>
            <p:cNvSpPr/>
            <p:nvPr/>
          </p:nvSpPr>
          <p:spPr>
            <a:xfrm>
              <a:off x="13007309" y="0"/>
              <a:ext cx="13716000" cy="13716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3">
                <a:alphaModFix/>
              </a:blip>
              <a:stretch>
                <a:fillRect b="0" l="0" r="0" t="0"/>
              </a:stretch>
            </a:blipFill>
            <a:ln>
              <a:noFill/>
            </a:ln>
          </p:spPr>
        </p:sp>
      </p:grpSp>
      <p:grpSp>
        <p:nvGrpSpPr>
          <p:cNvPr id="263" name="Google Shape;263;p22"/>
          <p:cNvGrpSpPr/>
          <p:nvPr/>
        </p:nvGrpSpPr>
        <p:grpSpPr>
          <a:xfrm>
            <a:off x="1028700" y="847874"/>
            <a:ext cx="16230600" cy="8410426"/>
            <a:chOff x="0" y="-47625"/>
            <a:chExt cx="4274726" cy="2215092"/>
          </a:xfrm>
        </p:grpSpPr>
        <p:sp>
          <p:nvSpPr>
            <p:cNvPr id="264" name="Google Shape;264;p22"/>
            <p:cNvSpPr/>
            <p:nvPr/>
          </p:nvSpPr>
          <p:spPr>
            <a:xfrm>
              <a:off x="0" y="0"/>
              <a:ext cx="4274726" cy="2167467"/>
            </a:xfrm>
            <a:custGeom>
              <a:rect b="b" l="l" r="r" t="t"/>
              <a:pathLst>
                <a:path extrusionOk="0" h="2167467" w="4274726">
                  <a:moveTo>
                    <a:pt x="9540" y="0"/>
                  </a:moveTo>
                  <a:lnTo>
                    <a:pt x="4265186" y="0"/>
                  </a:lnTo>
                  <a:cubicBezTo>
                    <a:pt x="4270455" y="0"/>
                    <a:pt x="4274726" y="4271"/>
                    <a:pt x="4274726" y="9540"/>
                  </a:cubicBezTo>
                  <a:lnTo>
                    <a:pt x="4274726" y="2157927"/>
                  </a:lnTo>
                  <a:cubicBezTo>
                    <a:pt x="4274726" y="2163195"/>
                    <a:pt x="4270455" y="2167467"/>
                    <a:pt x="4265186" y="2167467"/>
                  </a:cubicBezTo>
                  <a:lnTo>
                    <a:pt x="9540" y="2167467"/>
                  </a:lnTo>
                  <a:cubicBezTo>
                    <a:pt x="7010" y="2167467"/>
                    <a:pt x="4583" y="2166462"/>
                    <a:pt x="2794" y="2164673"/>
                  </a:cubicBezTo>
                  <a:cubicBezTo>
                    <a:pt x="1005" y="2162883"/>
                    <a:pt x="0" y="2160457"/>
                    <a:pt x="0" y="2157927"/>
                  </a:cubicBezTo>
                  <a:lnTo>
                    <a:pt x="0" y="9540"/>
                  </a:lnTo>
                  <a:cubicBezTo>
                    <a:pt x="0" y="4271"/>
                    <a:pt x="4271" y="0"/>
                    <a:pt x="9540" y="0"/>
                  </a:cubicBezTo>
                  <a:close/>
                </a:path>
              </a:pathLst>
            </a:custGeom>
            <a:solidFill>
              <a:srgbClr val="9C9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2"/>
            <p:cNvSpPr txBox="1"/>
            <p:nvPr/>
          </p:nvSpPr>
          <p:spPr>
            <a:xfrm>
              <a:off x="0" y="-47625"/>
              <a:ext cx="4274726" cy="2215092"/>
            </a:xfrm>
            <a:prstGeom prst="rect">
              <a:avLst/>
            </a:prstGeom>
            <a:noFill/>
            <a:ln>
              <a:noFill/>
            </a:ln>
          </p:spPr>
          <p:txBody>
            <a:bodyPr anchorCtr="0" anchor="ctr" bIns="50800" lIns="50800" spcFirstLastPara="1" rIns="50800" wrap="square" tIns="50800">
              <a:noAutofit/>
            </a:bodyPr>
            <a:lstStyle/>
            <a:p>
              <a:pPr indent="0" lvl="0" marL="0" marR="0" rtl="0" algn="ctr">
                <a:lnSpc>
                  <a:spcPct val="204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6" name="Google Shape;266;p22"/>
          <p:cNvSpPr txBox="1"/>
          <p:nvPr/>
        </p:nvSpPr>
        <p:spPr>
          <a:xfrm>
            <a:off x="4288826" y="2088631"/>
            <a:ext cx="9852600" cy="5255400"/>
          </a:xfrm>
          <a:prstGeom prst="rect">
            <a:avLst/>
          </a:prstGeom>
          <a:noFill/>
          <a:ln>
            <a:noFill/>
          </a:ln>
        </p:spPr>
        <p:txBody>
          <a:bodyPr anchorCtr="0" anchor="t" bIns="0" lIns="0" spcFirstLastPara="1" rIns="0" wrap="square" tIns="0">
            <a:spAutoFit/>
          </a:bodyPr>
          <a:lstStyle/>
          <a:p>
            <a:pPr indent="0" lvl="0" marL="0" marR="0" rtl="0" algn="ctr">
              <a:lnSpc>
                <a:spcPct val="98002"/>
              </a:lnSpc>
              <a:spcBef>
                <a:spcPts val="0"/>
              </a:spcBef>
              <a:spcAft>
                <a:spcPts val="0"/>
              </a:spcAft>
              <a:buNone/>
            </a:pPr>
            <a:r>
              <a:rPr b="0" i="0" lang="en-US" sz="17419" u="none" cap="none" strike="noStrike">
                <a:solidFill>
                  <a:srgbClr val="FEFEFE"/>
                </a:solidFill>
                <a:latin typeface="Chewy"/>
                <a:ea typeface="Chewy"/>
                <a:cs typeface="Chewy"/>
                <a:sym typeface="Chewy"/>
              </a:rPr>
              <a:t>THANK YOU!</a:t>
            </a:r>
            <a:endParaRPr/>
          </a:p>
        </p:txBody>
      </p:sp>
      <p:sp>
        <p:nvSpPr>
          <p:cNvPr id="267" name="Google Shape;267;p22"/>
          <p:cNvSpPr/>
          <p:nvPr/>
        </p:nvSpPr>
        <p:spPr>
          <a:xfrm>
            <a:off x="4217651" y="4404418"/>
            <a:ext cx="1808696" cy="2020889"/>
          </a:xfrm>
          <a:custGeom>
            <a:rect b="b" l="l" r="r" t="t"/>
            <a:pathLst>
              <a:path extrusionOk="0" h="2020889" w="1808696">
                <a:moveTo>
                  <a:pt x="0" y="0"/>
                </a:moveTo>
                <a:lnTo>
                  <a:pt x="1808696" y="0"/>
                </a:lnTo>
                <a:lnTo>
                  <a:pt x="1808696" y="2020889"/>
                </a:lnTo>
                <a:lnTo>
                  <a:pt x="0" y="2020889"/>
                </a:lnTo>
                <a:lnTo>
                  <a:pt x="0" y="0"/>
                </a:lnTo>
                <a:close/>
              </a:path>
            </a:pathLst>
          </a:custGeom>
          <a:blipFill rotWithShape="1">
            <a:blip r:embed="rId4">
              <a:alphaModFix/>
            </a:blip>
            <a:stretch>
              <a:fillRect b="0" l="0" r="0" t="0"/>
            </a:stretch>
          </a:blipFill>
          <a:ln>
            <a:noFill/>
          </a:ln>
        </p:spPr>
      </p:sp>
      <p:sp>
        <p:nvSpPr>
          <p:cNvPr id="268" name="Google Shape;268;p22"/>
          <p:cNvSpPr/>
          <p:nvPr/>
        </p:nvSpPr>
        <p:spPr>
          <a:xfrm rot="-1525071">
            <a:off x="1814153" y="3644796"/>
            <a:ext cx="1709827" cy="1791032"/>
          </a:xfrm>
          <a:custGeom>
            <a:rect b="b" l="l" r="r" t="t"/>
            <a:pathLst>
              <a:path extrusionOk="0" h="1791032" w="1709827">
                <a:moveTo>
                  <a:pt x="0" y="0"/>
                </a:moveTo>
                <a:lnTo>
                  <a:pt x="1709827" y="0"/>
                </a:lnTo>
                <a:lnTo>
                  <a:pt x="1709827" y="1791033"/>
                </a:lnTo>
                <a:lnTo>
                  <a:pt x="0" y="1791033"/>
                </a:lnTo>
                <a:lnTo>
                  <a:pt x="0" y="0"/>
                </a:lnTo>
                <a:close/>
              </a:path>
            </a:pathLst>
          </a:custGeom>
          <a:blipFill rotWithShape="1">
            <a:blip r:embed="rId5">
              <a:alphaModFix/>
            </a:blip>
            <a:stretch>
              <a:fillRect b="0" l="0" r="0" t="0"/>
            </a:stretch>
          </a:blipFill>
          <a:ln>
            <a:noFill/>
          </a:ln>
        </p:spPr>
      </p:sp>
      <p:sp>
        <p:nvSpPr>
          <p:cNvPr id="269" name="Google Shape;269;p22"/>
          <p:cNvSpPr/>
          <p:nvPr/>
        </p:nvSpPr>
        <p:spPr>
          <a:xfrm rot="889790">
            <a:off x="3727043" y="1534479"/>
            <a:ext cx="1650473" cy="1964849"/>
          </a:xfrm>
          <a:custGeom>
            <a:rect b="b" l="l" r="r" t="t"/>
            <a:pathLst>
              <a:path extrusionOk="0" h="1964849" w="1650473">
                <a:moveTo>
                  <a:pt x="0" y="0"/>
                </a:moveTo>
                <a:lnTo>
                  <a:pt x="1650474" y="0"/>
                </a:lnTo>
                <a:lnTo>
                  <a:pt x="1650474" y="1964850"/>
                </a:lnTo>
                <a:lnTo>
                  <a:pt x="0" y="1964850"/>
                </a:lnTo>
                <a:lnTo>
                  <a:pt x="0" y="0"/>
                </a:lnTo>
                <a:close/>
              </a:path>
            </a:pathLst>
          </a:custGeom>
          <a:blipFill rotWithShape="1">
            <a:blip r:embed="rId6">
              <a:alphaModFix/>
            </a:blip>
            <a:stretch>
              <a:fillRect b="0" l="0" r="0" t="0"/>
            </a:stretch>
          </a:blipFill>
          <a:ln>
            <a:noFill/>
          </a:ln>
        </p:spPr>
      </p:sp>
      <p:sp>
        <p:nvSpPr>
          <p:cNvPr id="270" name="Google Shape;270;p22"/>
          <p:cNvSpPr/>
          <p:nvPr/>
        </p:nvSpPr>
        <p:spPr>
          <a:xfrm rot="913275">
            <a:off x="2444239" y="6274628"/>
            <a:ext cx="2117683" cy="1965274"/>
          </a:xfrm>
          <a:custGeom>
            <a:rect b="b" l="l" r="r" t="t"/>
            <a:pathLst>
              <a:path extrusionOk="0" h="1965274" w="2117683">
                <a:moveTo>
                  <a:pt x="0" y="0"/>
                </a:moveTo>
                <a:lnTo>
                  <a:pt x="2117683" y="0"/>
                </a:lnTo>
                <a:lnTo>
                  <a:pt x="2117683" y="1965274"/>
                </a:lnTo>
                <a:lnTo>
                  <a:pt x="0" y="1965274"/>
                </a:lnTo>
                <a:lnTo>
                  <a:pt x="0" y="0"/>
                </a:lnTo>
                <a:close/>
              </a:path>
            </a:pathLst>
          </a:custGeom>
          <a:blipFill rotWithShape="1">
            <a:blip r:embed="rId7">
              <a:alphaModFix/>
            </a:blip>
            <a:stretch>
              <a:fillRect b="0" l="0" r="0" t="0"/>
            </a:stretch>
          </a:blipFill>
          <a:ln>
            <a:noFill/>
          </a:ln>
        </p:spPr>
      </p:sp>
      <p:sp>
        <p:nvSpPr>
          <p:cNvPr id="271" name="Google Shape;271;p22"/>
          <p:cNvSpPr/>
          <p:nvPr/>
        </p:nvSpPr>
        <p:spPr>
          <a:xfrm rot="1372097">
            <a:off x="13015911" y="1892706"/>
            <a:ext cx="1827152" cy="2027353"/>
          </a:xfrm>
          <a:custGeom>
            <a:rect b="b" l="l" r="r" t="t"/>
            <a:pathLst>
              <a:path extrusionOk="0" h="2027353" w="1827152">
                <a:moveTo>
                  <a:pt x="0" y="0"/>
                </a:moveTo>
                <a:lnTo>
                  <a:pt x="1827152" y="0"/>
                </a:lnTo>
                <a:lnTo>
                  <a:pt x="1827152" y="2027354"/>
                </a:lnTo>
                <a:lnTo>
                  <a:pt x="0" y="2027354"/>
                </a:lnTo>
                <a:lnTo>
                  <a:pt x="0" y="0"/>
                </a:lnTo>
                <a:close/>
              </a:path>
            </a:pathLst>
          </a:custGeom>
          <a:blipFill rotWithShape="1">
            <a:blip r:embed="rId8">
              <a:alphaModFix/>
            </a:blip>
            <a:stretch>
              <a:fillRect b="0" l="0" r="0" t="0"/>
            </a:stretch>
          </a:blipFill>
          <a:ln>
            <a:noFill/>
          </a:ln>
        </p:spPr>
      </p:sp>
      <p:sp>
        <p:nvSpPr>
          <p:cNvPr id="272" name="Google Shape;272;p22"/>
          <p:cNvSpPr/>
          <p:nvPr/>
        </p:nvSpPr>
        <p:spPr>
          <a:xfrm flipH="1">
            <a:off x="14370563" y="3450729"/>
            <a:ext cx="2075656" cy="2179167"/>
          </a:xfrm>
          <a:custGeom>
            <a:rect b="b" l="l" r="r" t="t"/>
            <a:pathLst>
              <a:path extrusionOk="0" h="2179167" w="2075656">
                <a:moveTo>
                  <a:pt x="2075656" y="0"/>
                </a:moveTo>
                <a:lnTo>
                  <a:pt x="0" y="0"/>
                </a:lnTo>
                <a:lnTo>
                  <a:pt x="0" y="2179167"/>
                </a:lnTo>
                <a:lnTo>
                  <a:pt x="2075656" y="2179167"/>
                </a:lnTo>
                <a:lnTo>
                  <a:pt x="2075656" y="0"/>
                </a:lnTo>
                <a:close/>
              </a:path>
            </a:pathLst>
          </a:custGeom>
          <a:blipFill rotWithShape="1">
            <a:blip r:embed="rId9">
              <a:alphaModFix/>
            </a:blip>
            <a:stretch>
              <a:fillRect b="0" l="0" r="0" t="0"/>
            </a:stretch>
          </a:blipFill>
          <a:ln>
            <a:noFill/>
          </a:ln>
        </p:spPr>
      </p:sp>
      <p:sp>
        <p:nvSpPr>
          <p:cNvPr id="273" name="Google Shape;273;p22"/>
          <p:cNvSpPr/>
          <p:nvPr/>
        </p:nvSpPr>
        <p:spPr>
          <a:xfrm>
            <a:off x="13929487" y="6313198"/>
            <a:ext cx="1932409" cy="1888136"/>
          </a:xfrm>
          <a:custGeom>
            <a:rect b="b" l="l" r="r" t="t"/>
            <a:pathLst>
              <a:path extrusionOk="0" h="1888136" w="1932409">
                <a:moveTo>
                  <a:pt x="0" y="0"/>
                </a:moveTo>
                <a:lnTo>
                  <a:pt x="1932409" y="0"/>
                </a:lnTo>
                <a:lnTo>
                  <a:pt x="1932409" y="1888135"/>
                </a:lnTo>
                <a:lnTo>
                  <a:pt x="0" y="1888135"/>
                </a:lnTo>
                <a:lnTo>
                  <a:pt x="0" y="0"/>
                </a:lnTo>
                <a:close/>
              </a:path>
            </a:pathLst>
          </a:custGeom>
          <a:blipFill rotWithShape="1">
            <a:blip r:embed="rId10">
              <a:alphaModFix/>
            </a:blip>
            <a:stretch>
              <a:fillRect b="0" l="0" r="0" t="0"/>
            </a:stretch>
          </a:blipFill>
          <a:ln>
            <a:noFill/>
          </a:ln>
        </p:spPr>
      </p:sp>
      <p:sp>
        <p:nvSpPr>
          <p:cNvPr id="274" name="Google Shape;274;p22"/>
          <p:cNvSpPr txBox="1"/>
          <p:nvPr/>
        </p:nvSpPr>
        <p:spPr>
          <a:xfrm>
            <a:off x="4572001" y="7151902"/>
            <a:ext cx="9630900" cy="579000"/>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0" i="0" lang="en-US" sz="3761" u="none" cap="none" strike="noStrike">
                <a:solidFill>
                  <a:srgbClr val="FFFFFF"/>
                </a:solidFill>
                <a:latin typeface="Sniglet"/>
                <a:ea typeface="Sniglet"/>
                <a:cs typeface="Sniglet"/>
                <a:sym typeface="Sniglet"/>
              </a:rPr>
              <a:t>Do you have any questions?</a:t>
            </a:r>
            <a:endParaRPr/>
          </a:p>
        </p:txBody>
      </p:sp>
      <p:sp>
        <p:nvSpPr>
          <p:cNvPr id="275" name="Google Shape;275;p22"/>
          <p:cNvSpPr/>
          <p:nvPr/>
        </p:nvSpPr>
        <p:spPr>
          <a:xfrm rot="874867">
            <a:off x="12303780" y="4200668"/>
            <a:ext cx="1372040" cy="2428389"/>
          </a:xfrm>
          <a:custGeom>
            <a:rect b="b" l="l" r="r" t="t"/>
            <a:pathLst>
              <a:path extrusionOk="0" h="2428389" w="1372040">
                <a:moveTo>
                  <a:pt x="0" y="0"/>
                </a:moveTo>
                <a:lnTo>
                  <a:pt x="1372040" y="0"/>
                </a:lnTo>
                <a:lnTo>
                  <a:pt x="1372040" y="2428389"/>
                </a:lnTo>
                <a:lnTo>
                  <a:pt x="0" y="2428389"/>
                </a:lnTo>
                <a:lnTo>
                  <a:pt x="0" y="0"/>
                </a:lnTo>
                <a:close/>
              </a:path>
            </a:pathLst>
          </a:custGeom>
          <a:blipFill rotWithShape="1">
            <a:blip r:embed="rId11">
              <a:alphaModFix/>
            </a:blip>
            <a:stretch>
              <a:fillRect b="0" l="0" r="0" t="0"/>
            </a:stretch>
          </a:blipFill>
          <a:ln>
            <a:noFill/>
          </a:ln>
        </p:spPr>
      </p:sp>
      <p:sp>
        <p:nvSpPr>
          <p:cNvPr id="276" name="Google Shape;276;p22"/>
          <p:cNvSpPr/>
          <p:nvPr/>
        </p:nvSpPr>
        <p:spPr>
          <a:xfrm>
            <a:off x="2365419" y="2085998"/>
            <a:ext cx="1137662" cy="1364731"/>
          </a:xfrm>
          <a:custGeom>
            <a:rect b="b" l="l" r="r" t="t"/>
            <a:pathLst>
              <a:path extrusionOk="0" h="1364731" w="1137662">
                <a:moveTo>
                  <a:pt x="0" y="0"/>
                </a:moveTo>
                <a:lnTo>
                  <a:pt x="1137662" y="0"/>
                </a:lnTo>
                <a:lnTo>
                  <a:pt x="1137662" y="1364731"/>
                </a:lnTo>
                <a:lnTo>
                  <a:pt x="0" y="1364731"/>
                </a:lnTo>
                <a:lnTo>
                  <a:pt x="0" y="0"/>
                </a:lnTo>
                <a:close/>
              </a:path>
            </a:pathLst>
          </a:custGeom>
          <a:blipFill rotWithShape="1">
            <a:blip r:embed="rId12">
              <a:alphaModFix/>
            </a:blip>
            <a:stretch>
              <a:fillRect b="0" l="0" r="0" t="0"/>
            </a:stretch>
          </a:blipFill>
          <a:ln>
            <a:noFill/>
          </a:ln>
        </p:spPr>
      </p:sp>
      <p:sp>
        <p:nvSpPr>
          <p:cNvPr id="277" name="Google Shape;277;p22"/>
          <p:cNvSpPr/>
          <p:nvPr/>
        </p:nvSpPr>
        <p:spPr>
          <a:xfrm>
            <a:off x="3155248" y="5143500"/>
            <a:ext cx="904449" cy="1084970"/>
          </a:xfrm>
          <a:custGeom>
            <a:rect b="b" l="l" r="r" t="t"/>
            <a:pathLst>
              <a:path extrusionOk="0" h="1084970" w="904449">
                <a:moveTo>
                  <a:pt x="0" y="0"/>
                </a:moveTo>
                <a:lnTo>
                  <a:pt x="904449" y="0"/>
                </a:lnTo>
                <a:lnTo>
                  <a:pt x="904449" y="1084970"/>
                </a:lnTo>
                <a:lnTo>
                  <a:pt x="0" y="1084970"/>
                </a:lnTo>
                <a:lnTo>
                  <a:pt x="0" y="0"/>
                </a:lnTo>
                <a:close/>
              </a:path>
            </a:pathLst>
          </a:custGeom>
          <a:blipFill rotWithShape="1">
            <a:blip r:embed="rId12">
              <a:alphaModFix/>
            </a:blip>
            <a:stretch>
              <a:fillRect b="0" l="0" r="0" t="0"/>
            </a:stretch>
          </a:blipFill>
          <a:ln>
            <a:noFill/>
          </a:ln>
        </p:spPr>
      </p:sp>
      <p:sp>
        <p:nvSpPr>
          <p:cNvPr id="278" name="Google Shape;278;p22"/>
          <p:cNvSpPr/>
          <p:nvPr/>
        </p:nvSpPr>
        <p:spPr>
          <a:xfrm flipH="1">
            <a:off x="15330086" y="2088628"/>
            <a:ext cx="1063619" cy="1275910"/>
          </a:xfrm>
          <a:custGeom>
            <a:rect b="b" l="l" r="r" t="t"/>
            <a:pathLst>
              <a:path extrusionOk="0" h="1275910" w="1063619">
                <a:moveTo>
                  <a:pt x="1063619" y="0"/>
                </a:moveTo>
                <a:lnTo>
                  <a:pt x="0" y="0"/>
                </a:lnTo>
                <a:lnTo>
                  <a:pt x="0" y="1275910"/>
                </a:lnTo>
                <a:lnTo>
                  <a:pt x="1063619" y="1275910"/>
                </a:lnTo>
                <a:lnTo>
                  <a:pt x="1063619" y="0"/>
                </a:lnTo>
                <a:close/>
              </a:path>
            </a:pathLst>
          </a:custGeom>
          <a:blipFill rotWithShape="1">
            <a:blip r:embed="rId12">
              <a:alphaModFix/>
            </a:blip>
            <a:stretch>
              <a:fillRect b="0" l="0" r="0" t="0"/>
            </a:stretch>
          </a:blipFill>
          <a:ln>
            <a:noFill/>
          </a:ln>
        </p:spPr>
      </p:sp>
      <p:sp>
        <p:nvSpPr>
          <p:cNvPr id="279" name="Google Shape;279;p22"/>
          <p:cNvSpPr/>
          <p:nvPr/>
        </p:nvSpPr>
        <p:spPr>
          <a:xfrm>
            <a:off x="13651451" y="3743558"/>
            <a:ext cx="837796" cy="1005014"/>
          </a:xfrm>
          <a:custGeom>
            <a:rect b="b" l="l" r="r" t="t"/>
            <a:pathLst>
              <a:path extrusionOk="0" h="1005014" w="837796">
                <a:moveTo>
                  <a:pt x="0" y="0"/>
                </a:moveTo>
                <a:lnTo>
                  <a:pt x="837796" y="0"/>
                </a:lnTo>
                <a:lnTo>
                  <a:pt x="837796" y="1005015"/>
                </a:lnTo>
                <a:lnTo>
                  <a:pt x="0" y="1005015"/>
                </a:lnTo>
                <a:lnTo>
                  <a:pt x="0" y="0"/>
                </a:lnTo>
                <a:close/>
              </a:path>
            </a:pathLst>
          </a:custGeom>
          <a:blipFill rotWithShape="1">
            <a:blip r:embed="rId12">
              <a:alphaModFix/>
            </a:blip>
            <a:stretch>
              <a:fillRect b="0" l="0" r="0" t="0"/>
            </a:stretch>
          </a:blipFill>
          <a:ln>
            <a:noFill/>
          </a:ln>
        </p:spPr>
      </p:sp>
      <p:sp>
        <p:nvSpPr>
          <p:cNvPr id="280" name="Google Shape;280;p22"/>
          <p:cNvSpPr/>
          <p:nvPr/>
        </p:nvSpPr>
        <p:spPr>
          <a:xfrm>
            <a:off x="12864197" y="6998195"/>
            <a:ext cx="903192" cy="1083462"/>
          </a:xfrm>
          <a:custGeom>
            <a:rect b="b" l="l" r="r" t="t"/>
            <a:pathLst>
              <a:path extrusionOk="0" h="1083462" w="903192">
                <a:moveTo>
                  <a:pt x="0" y="0"/>
                </a:moveTo>
                <a:lnTo>
                  <a:pt x="903192" y="0"/>
                </a:lnTo>
                <a:lnTo>
                  <a:pt x="903192" y="1083463"/>
                </a:lnTo>
                <a:lnTo>
                  <a:pt x="0" y="1083463"/>
                </a:lnTo>
                <a:lnTo>
                  <a:pt x="0" y="0"/>
                </a:lnTo>
                <a:close/>
              </a:path>
            </a:pathLst>
          </a:custGeom>
          <a:blipFill rotWithShape="1">
            <a:blip r:embed="rId12">
              <a:alphaModFix/>
            </a:blip>
            <a:stretch>
              <a:fillRect b="0" l="0" r="0" t="0"/>
            </a:stretch>
          </a:blipFill>
          <a:ln>
            <a:noFill/>
          </a:ln>
        </p:spPr>
      </p:sp>
      <p:sp>
        <p:nvSpPr>
          <p:cNvPr id="281" name="Google Shape;281;p22"/>
          <p:cNvSpPr/>
          <p:nvPr/>
        </p:nvSpPr>
        <p:spPr>
          <a:xfrm>
            <a:off x="4776905" y="7125954"/>
            <a:ext cx="690188" cy="827945"/>
          </a:xfrm>
          <a:custGeom>
            <a:rect b="b" l="l" r="r" t="t"/>
            <a:pathLst>
              <a:path extrusionOk="0" h="827945" w="690188">
                <a:moveTo>
                  <a:pt x="0" y="0"/>
                </a:moveTo>
                <a:lnTo>
                  <a:pt x="690188" y="0"/>
                </a:lnTo>
                <a:lnTo>
                  <a:pt x="690188" y="827945"/>
                </a:lnTo>
                <a:lnTo>
                  <a:pt x="0" y="827945"/>
                </a:lnTo>
                <a:lnTo>
                  <a:pt x="0" y="0"/>
                </a:lnTo>
                <a:close/>
              </a:path>
            </a:pathLst>
          </a:custGeom>
          <a:blipFill rotWithShape="1">
            <a:blip r:embed="rId12">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